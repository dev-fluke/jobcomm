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4843" r:id="rId2"/>
  </p:sldIdLst>
  <p:sldSz cx="12192000" cy="6858000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F7E8"/>
    <a:srgbClr val="D8EE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466" autoAdjust="0"/>
    <p:restoredTop sz="93381" autoAdjust="0"/>
  </p:normalViewPr>
  <p:slideViewPr>
    <p:cSldViewPr snapToGrid="0">
      <p:cViewPr varScale="1">
        <p:scale>
          <a:sx n="101" d="100"/>
          <a:sy n="101" d="100"/>
        </p:scale>
        <p:origin x="540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2282AC-C15D-4DE5-ADA7-2CEFA0DC1E1C}" type="datetimeFigureOut">
              <a:rPr lang="th-TH" smtClean="0"/>
              <a:t>02/10/69</a:t>
            </a:fld>
            <a:endParaRPr lang="th-T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h-T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FBFA42-F541-44D7-ADD3-3141E0CD32DE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2548297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 Diagonal Corner Rectangle 6"/>
          <p:cNvSpPr/>
          <p:nvPr/>
        </p:nvSpPr>
        <p:spPr>
          <a:xfrm>
            <a:off x="219456" y="146304"/>
            <a:ext cx="11753088" cy="2505456"/>
          </a:xfrm>
          <a:prstGeom prst="round2DiagRect">
            <a:avLst>
              <a:gd name="adj1" fmla="val 11807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21797" tIns="60898" rIns="121797" bIns="60898" anchor="ctr"/>
          <a:lstStyle/>
          <a:p>
            <a:pPr algn="ctr" defTabSz="1217820"/>
            <a:endParaRPr lang="en-US" sz="3700">
              <a:solidFill>
                <a:prstClr val="white"/>
              </a:solidFill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18979" y="381001"/>
            <a:ext cx="10972800" cy="2209800"/>
          </a:xfrm>
        </p:spPr>
        <p:txBody>
          <a:bodyPr lIns="60898" rIns="304432" anchor="b">
            <a:normAutofit/>
          </a:bodyPr>
          <a:lstStyle>
            <a:lvl1pPr marL="0" algn="r">
              <a:defRPr sz="640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844801" y="2819400"/>
            <a:ext cx="8746979" cy="1752600"/>
          </a:xfrm>
        </p:spPr>
        <p:txBody>
          <a:bodyPr lIns="60898" rIns="328816"/>
          <a:lstStyle>
            <a:lvl1pPr marL="0" indent="0" algn="r">
              <a:spcBef>
                <a:spcPts val="0"/>
              </a:spcBef>
              <a:buNone/>
              <a:defRPr>
                <a:effectLst/>
              </a:defRPr>
            </a:lvl1pPr>
            <a:lvl2pPr marL="608867" indent="0" algn="ctr">
              <a:buNone/>
            </a:lvl2pPr>
            <a:lvl3pPr marL="1217820" indent="0" algn="ctr">
              <a:buNone/>
            </a:lvl3pPr>
            <a:lvl4pPr marL="1826714" indent="0" algn="ctr">
              <a:buNone/>
            </a:lvl4pPr>
            <a:lvl5pPr marL="2435638" indent="0" algn="ctr">
              <a:buNone/>
            </a:lvl5pPr>
            <a:lvl6pPr marL="3044504" indent="0" algn="ctr">
              <a:buNone/>
            </a:lvl6pPr>
            <a:lvl7pPr marL="3653371" indent="0" algn="ctr">
              <a:buNone/>
            </a:lvl7pPr>
            <a:lvl8pPr marL="4262293" indent="0" algn="ctr">
              <a:buNone/>
            </a:lvl8pPr>
            <a:lvl9pPr marL="48712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>
          <a:xfrm>
            <a:off x="7416800" y="6509004"/>
            <a:ext cx="4003040" cy="274320"/>
          </a:xfrm>
        </p:spPr>
        <p:txBody>
          <a:bodyPr vert="horz" rtlCol="0"/>
          <a:lstStyle/>
          <a:p>
            <a:fld id="{BD25FFEA-251E-44C2-AF5E-15D80A91260A}" type="datetimeFigureOut">
              <a:rPr lang="th-TH" smtClean="0">
                <a:solidFill>
                  <a:srgbClr val="2F5897">
                    <a:tint val="60000"/>
                    <a:satMod val="155000"/>
                  </a:srgbClr>
                </a:solidFill>
              </a:rPr>
              <a:pPr/>
              <a:t>02/10/69</a:t>
            </a:fld>
            <a:endParaRPr lang="th-TH">
              <a:solidFill>
                <a:srgbClr val="2F5897">
                  <a:tint val="60000"/>
                  <a:satMod val="155000"/>
                </a:srgbClr>
              </a:solidFill>
            </a:endParaRP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1"/>
          </p:nvPr>
        </p:nvSpPr>
        <p:spPr>
          <a:xfrm>
            <a:off x="11518605" y="6509004"/>
            <a:ext cx="619051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F1DE1E18-04A9-4779-B6FE-6C77CD99D06B}" type="slidenum">
              <a:rPr lang="th-TH" smtClean="0">
                <a:solidFill>
                  <a:srgbClr val="E4E9EF">
                    <a:shade val="90000"/>
                  </a:srgbClr>
                </a:solidFill>
              </a:rPr>
              <a:pPr/>
              <a:t>‹#›</a:t>
            </a:fld>
            <a:endParaRPr lang="th-TH">
              <a:solidFill>
                <a:srgbClr val="E4E9EF">
                  <a:shade val="90000"/>
                </a:srgbClr>
              </a:solidFill>
            </a:endParaRPr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2"/>
          </p:nvPr>
        </p:nvSpPr>
        <p:spPr>
          <a:xfrm>
            <a:off x="2133600" y="6509004"/>
            <a:ext cx="5209952" cy="274320"/>
          </a:xfrm>
        </p:spPr>
        <p:txBody>
          <a:bodyPr vert="horz" rtlCol="0"/>
          <a:lstStyle/>
          <a:p>
            <a:endParaRPr lang="th-TH">
              <a:solidFill>
                <a:srgbClr val="2F5897">
                  <a:tint val="60000"/>
                  <a:satMod val="15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00450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784523" y="1424588"/>
            <a:ext cx="10668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21797" tIns="60898" rIns="121797" bIns="60898" anchor="ctr"/>
          <a:lstStyle/>
          <a:p>
            <a:pPr algn="ctr" defTabSz="1217820"/>
            <a:endParaRPr lang="en-US" sz="370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5FFEA-251E-44C2-AF5E-15D80A91260A}" type="datetimeFigureOut">
              <a:rPr lang="th-TH" smtClean="0">
                <a:solidFill>
                  <a:srgbClr val="2F5897">
                    <a:tint val="60000"/>
                    <a:satMod val="155000"/>
                  </a:srgbClr>
                </a:solidFill>
              </a:rPr>
              <a:pPr/>
              <a:t>02/10/69</a:t>
            </a:fld>
            <a:endParaRPr lang="th-TH">
              <a:solidFill>
                <a:srgbClr val="2F5897">
                  <a:tint val="60000"/>
                  <a:satMod val="155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>
              <a:solidFill>
                <a:srgbClr val="2F5897">
                  <a:tint val="60000"/>
                  <a:satMod val="155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E1E18-04A9-4779-B6FE-6C77CD99D06B}" type="slidenum">
              <a:rPr lang="th-TH" smtClean="0">
                <a:solidFill>
                  <a:srgbClr val="E4E9EF">
                    <a:shade val="90000"/>
                  </a:srgbClr>
                </a:solidFill>
              </a:rPr>
              <a:pPr/>
              <a:t>‹#›</a:t>
            </a:fld>
            <a:endParaRPr lang="th-TH">
              <a:solidFill>
                <a:srgbClr val="E4E9EF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02592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333504" y="3267456"/>
            <a:ext cx="987552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21797" tIns="60898" rIns="121797" bIns="60898" anchor="ctr"/>
          <a:lstStyle/>
          <a:p>
            <a:pPr algn="ctr" defTabSz="1217820"/>
            <a:endParaRPr lang="en-US" sz="370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168" y="498231"/>
            <a:ext cx="10363200" cy="2731008"/>
          </a:xfrm>
        </p:spPr>
        <p:txBody>
          <a:bodyPr rIns="133931"/>
          <a:lstStyle>
            <a:lvl1pPr algn="r">
              <a:buNone/>
              <a:defRPr sz="5300" b="1" cap="none">
                <a:solidFill>
                  <a:schemeClr val="accent1">
                    <a:tint val="95000"/>
                    <a:satMod val="200000"/>
                  </a:schemeClr>
                </a:solidFill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3287713"/>
            <a:ext cx="10363200" cy="1509712"/>
          </a:xfrm>
        </p:spPr>
        <p:txBody>
          <a:bodyPr rIns="170504" anchor="t"/>
          <a:lstStyle>
            <a:lvl1pPr marL="0" indent="0" algn="r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7416800" y="6513671"/>
            <a:ext cx="4003040" cy="274320"/>
          </a:xfrm>
        </p:spPr>
        <p:txBody>
          <a:bodyPr vert="horz" rtlCol="0"/>
          <a:lstStyle/>
          <a:p>
            <a:fld id="{BD25FFEA-251E-44C2-AF5E-15D80A91260A}" type="datetimeFigureOut">
              <a:rPr lang="th-TH" smtClean="0">
                <a:solidFill>
                  <a:srgbClr val="2F5897">
                    <a:tint val="60000"/>
                    <a:satMod val="155000"/>
                  </a:srgbClr>
                </a:solidFill>
              </a:rPr>
              <a:pPr/>
              <a:t>02/10/69</a:t>
            </a:fld>
            <a:endParaRPr lang="th-TH">
              <a:solidFill>
                <a:srgbClr val="2F5897">
                  <a:tint val="60000"/>
                  <a:satMod val="155000"/>
                </a:srgb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11518605" y="6513671"/>
            <a:ext cx="619051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F1DE1E18-04A9-4779-B6FE-6C77CD99D06B}" type="slidenum">
              <a:rPr lang="th-TH" smtClean="0">
                <a:solidFill>
                  <a:srgbClr val="E4E9EF">
                    <a:shade val="90000"/>
                  </a:srgbClr>
                </a:solidFill>
              </a:rPr>
              <a:pPr/>
              <a:t>‹#›</a:t>
            </a:fld>
            <a:endParaRPr lang="th-TH">
              <a:solidFill>
                <a:srgbClr val="E4E9EF">
                  <a:shade val="90000"/>
                </a:srgbClr>
              </a:solidFill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>
          <a:xfrm>
            <a:off x="2133600" y="6513671"/>
            <a:ext cx="5209952" cy="274320"/>
          </a:xfrm>
        </p:spPr>
        <p:txBody>
          <a:bodyPr vert="horz" rtlCol="0"/>
          <a:lstStyle/>
          <a:p>
            <a:endParaRPr lang="th-TH">
              <a:solidFill>
                <a:srgbClr val="2F5897">
                  <a:tint val="60000"/>
                  <a:satMod val="15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72420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45920"/>
            <a:ext cx="5384800" cy="4526280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45920"/>
            <a:ext cx="5384800" cy="4526280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5FFEA-251E-44C2-AF5E-15D80A91260A}" type="datetimeFigureOut">
              <a:rPr lang="th-TH" smtClean="0">
                <a:solidFill>
                  <a:srgbClr val="2F5897">
                    <a:tint val="60000"/>
                    <a:satMod val="155000"/>
                  </a:srgbClr>
                </a:solidFill>
              </a:rPr>
              <a:pPr/>
              <a:t>02/10/69</a:t>
            </a:fld>
            <a:endParaRPr lang="th-TH">
              <a:solidFill>
                <a:srgbClr val="2F5897">
                  <a:tint val="60000"/>
                  <a:satMod val="155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>
              <a:solidFill>
                <a:srgbClr val="2F5897">
                  <a:tint val="60000"/>
                  <a:satMod val="155000"/>
                </a:srgb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521441" y="6514568"/>
            <a:ext cx="619051" cy="274320"/>
          </a:xfrm>
        </p:spPr>
        <p:txBody>
          <a:bodyPr/>
          <a:lstStyle/>
          <a:p>
            <a:fld id="{F1DE1E18-04A9-4779-B6FE-6C77CD99D06B}" type="slidenum">
              <a:rPr lang="th-TH" smtClean="0">
                <a:solidFill>
                  <a:srgbClr val="E4E9EF">
                    <a:shade val="90000"/>
                  </a:srgbClr>
                </a:solidFill>
              </a:rPr>
              <a:pPr/>
              <a:t>‹#›</a:t>
            </a:fld>
            <a:endParaRPr lang="th-TH">
              <a:solidFill>
                <a:srgbClr val="E4E9EF">
                  <a:shade val="90000"/>
                </a:srgbClr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84523" y="1424588"/>
            <a:ext cx="10668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21797" tIns="60898" rIns="121797" bIns="60898" anchor="ctr"/>
          <a:lstStyle/>
          <a:p>
            <a:pPr algn="ctr" defTabSz="1217820"/>
            <a:endParaRPr lang="en-US" sz="37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87390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822325" y="2165216"/>
            <a:ext cx="499872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21797" tIns="60898" rIns="121797" bIns="60898" anchor="b"/>
          <a:lstStyle/>
          <a:p>
            <a:pPr algn="ctr" defTabSz="1217820"/>
            <a:endParaRPr lang="en-US" sz="3700">
              <a:solidFill>
                <a:prstClr val="white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400800" y="2165216"/>
            <a:ext cx="499872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21797" tIns="60898" rIns="121797" bIns="60898" anchor="b"/>
          <a:lstStyle/>
          <a:p>
            <a:pPr algn="ctr" defTabSz="1217820"/>
            <a:endParaRPr lang="en-US" sz="370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51948"/>
            <a:ext cx="10972800" cy="1143000"/>
          </a:xfrm>
        </p:spPr>
        <p:txBody>
          <a:bodyPr anchor="b"/>
          <a:lstStyle>
            <a:lvl1pPr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>
            <a:noAutofit/>
          </a:bodyPr>
          <a:lstStyle>
            <a:lvl1pPr marL="121797" indent="0" algn="l">
              <a:spcBef>
                <a:spcPts val="0"/>
              </a:spcBef>
              <a:buNone/>
              <a:defRPr sz="2900" b="0" cap="all" baseline="0"/>
            </a:lvl1pPr>
            <a:lvl2pPr>
              <a:buNone/>
              <a:defRPr sz="2700" b="1"/>
            </a:lvl2pPr>
            <a:lvl3pPr>
              <a:buNone/>
              <a:defRPr sz="2400" b="1"/>
            </a:lvl3pPr>
            <a:lvl4pPr>
              <a:buNone/>
              <a:defRPr sz="2100" b="1"/>
            </a:lvl4pPr>
            <a:lvl5pPr>
              <a:buNone/>
              <a:defRPr sz="21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3434" y="1535113"/>
            <a:ext cx="5389033" cy="639763"/>
          </a:xfrm>
        </p:spPr>
        <p:txBody>
          <a:bodyPr anchor="b">
            <a:noAutofit/>
          </a:bodyPr>
          <a:lstStyle>
            <a:lvl1pPr marL="121797" indent="0" algn="l">
              <a:spcBef>
                <a:spcPts val="0"/>
              </a:spcBef>
              <a:buNone/>
              <a:defRPr sz="2900" b="0" cap="all" baseline="0"/>
            </a:lvl1pPr>
            <a:lvl2pPr>
              <a:buNone/>
              <a:defRPr sz="2700" b="1"/>
            </a:lvl2pPr>
            <a:lvl3pPr>
              <a:buNone/>
              <a:defRPr sz="2400" b="1"/>
            </a:lvl3pPr>
            <a:lvl4pPr>
              <a:buNone/>
              <a:defRPr sz="2100" b="1"/>
            </a:lvl4pPr>
            <a:lvl5pPr>
              <a:buNone/>
              <a:defRPr sz="21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9600" y="2362208"/>
            <a:ext cx="5386917" cy="3941763"/>
          </a:xfrm>
        </p:spPr>
        <p:txBody>
          <a:bodyPr lIns="121797"/>
          <a:lstStyle>
            <a:lvl1pPr>
              <a:defRPr sz="29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434" y="2362208"/>
            <a:ext cx="5389033" cy="3941763"/>
          </a:xfrm>
        </p:spPr>
        <p:txBody>
          <a:bodyPr/>
          <a:lstStyle>
            <a:lvl1pPr>
              <a:defRPr sz="29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5FFEA-251E-44C2-AF5E-15D80A91260A}" type="datetimeFigureOut">
              <a:rPr lang="th-TH" smtClean="0">
                <a:solidFill>
                  <a:srgbClr val="2F5897">
                    <a:tint val="60000"/>
                    <a:satMod val="155000"/>
                  </a:srgbClr>
                </a:solidFill>
              </a:rPr>
              <a:pPr/>
              <a:t>02/10/69</a:t>
            </a:fld>
            <a:endParaRPr lang="th-TH">
              <a:solidFill>
                <a:srgbClr val="2F5897">
                  <a:tint val="60000"/>
                  <a:satMod val="155000"/>
                </a:srgb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>
              <a:solidFill>
                <a:srgbClr val="2F5897">
                  <a:tint val="60000"/>
                  <a:satMod val="155000"/>
                </a:srgb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521441" y="6514568"/>
            <a:ext cx="619051" cy="274320"/>
          </a:xfrm>
        </p:spPr>
        <p:txBody>
          <a:bodyPr/>
          <a:lstStyle/>
          <a:p>
            <a:fld id="{F1DE1E18-04A9-4779-B6FE-6C77CD99D06B}" type="slidenum">
              <a:rPr lang="th-TH" smtClean="0">
                <a:solidFill>
                  <a:srgbClr val="E4E9EF">
                    <a:shade val="90000"/>
                  </a:srgbClr>
                </a:solidFill>
              </a:rPr>
              <a:pPr/>
              <a:t>‹#›</a:t>
            </a:fld>
            <a:endParaRPr lang="th-TH">
              <a:solidFill>
                <a:srgbClr val="E4E9EF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45760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53219"/>
            <a:ext cx="1097280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5FFEA-251E-44C2-AF5E-15D80A91260A}" type="datetimeFigureOut">
              <a:rPr lang="th-TH" smtClean="0">
                <a:solidFill>
                  <a:srgbClr val="2F5897">
                    <a:tint val="60000"/>
                    <a:satMod val="155000"/>
                  </a:srgbClr>
                </a:solidFill>
              </a:rPr>
              <a:pPr/>
              <a:t>02/10/69</a:t>
            </a:fld>
            <a:endParaRPr lang="th-TH">
              <a:solidFill>
                <a:srgbClr val="2F5897">
                  <a:tint val="60000"/>
                  <a:satMod val="155000"/>
                </a:srgb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>
              <a:solidFill>
                <a:srgbClr val="2F5897">
                  <a:tint val="60000"/>
                  <a:satMod val="155000"/>
                </a:srgb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E1E18-04A9-4779-B6FE-6C77CD99D06B}" type="slidenum">
              <a:rPr lang="th-TH" smtClean="0">
                <a:solidFill>
                  <a:srgbClr val="E4E9EF">
                    <a:shade val="90000"/>
                  </a:srgbClr>
                </a:solidFill>
              </a:rPr>
              <a:pPr/>
              <a:t>‹#›</a:t>
            </a:fld>
            <a:endParaRPr lang="th-TH">
              <a:solidFill>
                <a:srgbClr val="E4E9EF">
                  <a:shade val="90000"/>
                </a:srgbClr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84523" y="1424588"/>
            <a:ext cx="10668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21797" tIns="60898" rIns="121797" bIns="60898" anchor="ctr"/>
          <a:lstStyle/>
          <a:p>
            <a:pPr algn="ctr" defTabSz="1217820"/>
            <a:endParaRPr lang="en-US" sz="37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64632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5FFEA-251E-44C2-AF5E-15D80A91260A}" type="datetimeFigureOut">
              <a:rPr lang="th-TH" smtClean="0">
                <a:solidFill>
                  <a:srgbClr val="2F5897">
                    <a:tint val="60000"/>
                    <a:satMod val="155000"/>
                  </a:srgbClr>
                </a:solidFill>
              </a:rPr>
              <a:pPr/>
              <a:t>02/10/69</a:t>
            </a:fld>
            <a:endParaRPr lang="th-TH">
              <a:solidFill>
                <a:srgbClr val="2F5897">
                  <a:tint val="60000"/>
                  <a:satMod val="155000"/>
                </a:srgb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>
              <a:solidFill>
                <a:srgbClr val="2F5897">
                  <a:tint val="60000"/>
                  <a:satMod val="155000"/>
                </a:srgb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E1E18-04A9-4779-B6FE-6C77CD99D06B}" type="slidenum">
              <a:rPr lang="th-TH" smtClean="0">
                <a:solidFill>
                  <a:srgbClr val="E4E9EF">
                    <a:shade val="90000"/>
                  </a:srgbClr>
                </a:solidFill>
              </a:rPr>
              <a:pPr/>
              <a:t>‹#›</a:t>
            </a:fld>
            <a:endParaRPr lang="th-TH">
              <a:solidFill>
                <a:srgbClr val="E4E9EF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4564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743403" y="1057656"/>
            <a:ext cx="499872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21797" tIns="60898" rIns="121797" bIns="60898" anchor="ctr"/>
          <a:lstStyle/>
          <a:p>
            <a:pPr algn="ctr" defTabSz="1217820"/>
            <a:endParaRPr lang="en-US" sz="370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7515" y="304800"/>
            <a:ext cx="5242560" cy="762000"/>
          </a:xfrm>
        </p:spPr>
        <p:txBody>
          <a:bodyPr anchor="b"/>
          <a:lstStyle>
            <a:lvl1pPr marL="0" algn="r">
              <a:buNone/>
              <a:defRPr sz="2700" b="1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617515" y="1107560"/>
            <a:ext cx="5242560" cy="1066800"/>
          </a:xfrm>
        </p:spPr>
        <p:txBody>
          <a:bodyPr/>
          <a:lstStyle>
            <a:lvl1pPr marL="0" indent="0" algn="r">
              <a:spcBef>
                <a:spcPts val="0"/>
              </a:spcBef>
              <a:buNone/>
              <a:defRPr sz="1900"/>
            </a:lvl1pPr>
            <a:lvl2pPr>
              <a:buNone/>
              <a:defRPr sz="1600"/>
            </a:lvl2pPr>
            <a:lvl3pPr>
              <a:buNone/>
              <a:defRPr sz="1300"/>
            </a:lvl3pPr>
            <a:lvl4pPr>
              <a:buNone/>
              <a:defRPr sz="1200"/>
            </a:lvl4pPr>
            <a:lvl5pPr>
              <a:buNone/>
              <a:defRPr sz="12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04801" y="2209800"/>
            <a:ext cx="11555275" cy="3977640"/>
          </a:xfrm>
        </p:spPr>
        <p:txBody>
          <a:bodyPr/>
          <a:lstStyle>
            <a:lvl1pPr marL="389714">
              <a:defRPr sz="4300"/>
            </a:lvl1pPr>
            <a:lvl2pPr marL="791560">
              <a:defRPr sz="3700"/>
            </a:lvl2pPr>
            <a:lvl3pPr marL="1095995">
              <a:defRPr sz="3200"/>
            </a:lvl3pPr>
            <a:lvl4pPr marL="1400485">
              <a:defRPr sz="2700"/>
            </a:lvl4pPr>
            <a:lvl5pPr marL="1680565">
              <a:defRPr sz="27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>
          <a:xfrm>
            <a:off x="7416800" y="6513671"/>
            <a:ext cx="4003040" cy="274320"/>
          </a:xfrm>
        </p:spPr>
        <p:txBody>
          <a:bodyPr vert="horz" rtlCol="0"/>
          <a:lstStyle/>
          <a:p>
            <a:fld id="{BD25FFEA-251E-44C2-AF5E-15D80A91260A}" type="datetimeFigureOut">
              <a:rPr lang="th-TH" smtClean="0">
                <a:solidFill>
                  <a:srgbClr val="2F5897">
                    <a:tint val="60000"/>
                    <a:satMod val="155000"/>
                  </a:srgbClr>
                </a:solidFill>
              </a:rPr>
              <a:pPr/>
              <a:t>02/10/69</a:t>
            </a:fld>
            <a:endParaRPr lang="th-TH">
              <a:solidFill>
                <a:srgbClr val="2F5897">
                  <a:tint val="60000"/>
                  <a:satMod val="155000"/>
                </a:srgbClr>
              </a:solidFill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>
          <a:xfrm>
            <a:off x="11518605" y="6513671"/>
            <a:ext cx="619051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F1DE1E18-04A9-4779-B6FE-6C77CD99D06B}" type="slidenum">
              <a:rPr lang="th-TH" smtClean="0">
                <a:solidFill>
                  <a:srgbClr val="E4E9EF">
                    <a:shade val="90000"/>
                  </a:srgbClr>
                </a:solidFill>
              </a:rPr>
              <a:pPr/>
              <a:t>‹#›</a:t>
            </a:fld>
            <a:endParaRPr lang="th-TH">
              <a:solidFill>
                <a:srgbClr val="E4E9EF">
                  <a:shade val="90000"/>
                </a:srgbClr>
              </a:solidFill>
            </a:endParaRP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2"/>
          </p:nvPr>
        </p:nvSpPr>
        <p:spPr>
          <a:xfrm>
            <a:off x="2133600" y="6513671"/>
            <a:ext cx="5209952" cy="274320"/>
          </a:xfrm>
        </p:spPr>
        <p:txBody>
          <a:bodyPr vert="horz" rtlCol="0"/>
          <a:lstStyle/>
          <a:p>
            <a:endParaRPr lang="th-TH">
              <a:solidFill>
                <a:srgbClr val="2F5897">
                  <a:tint val="60000"/>
                  <a:satMod val="15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48796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3924" y="4724400"/>
            <a:ext cx="7315200" cy="664536"/>
          </a:xfrm>
        </p:spPr>
        <p:txBody>
          <a:bodyPr anchor="b"/>
          <a:lstStyle>
            <a:lvl1pPr marL="0" algn="r">
              <a:buNone/>
              <a:defRPr sz="2700" b="1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53924" y="5389006"/>
            <a:ext cx="7315200" cy="912255"/>
          </a:xfrm>
        </p:spPr>
        <p:txBody>
          <a:bodyPr/>
          <a:lstStyle>
            <a:lvl1pPr marL="0" indent="0" algn="r">
              <a:spcBef>
                <a:spcPts val="0"/>
              </a:spcBef>
              <a:buNone/>
              <a:defRPr sz="1900"/>
            </a:lvl1pPr>
            <a:lvl2pPr>
              <a:defRPr sz="1600"/>
            </a:lvl2pPr>
            <a:lvl3pPr>
              <a:defRPr sz="1300"/>
            </a:lvl3pPr>
            <a:lvl4pPr>
              <a:defRPr sz="1200"/>
            </a:lvl4pPr>
            <a:lvl5pPr>
              <a:defRPr sz="12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3" name="Picture Placeholder 12"/>
          <p:cNvSpPr>
            <a:spLocks noGrp="1"/>
          </p:cNvSpPr>
          <p:nvPr>
            <p:ph type="pic" idx="1"/>
          </p:nvPr>
        </p:nvSpPr>
        <p:spPr>
          <a:xfrm>
            <a:off x="406400" y="249864"/>
            <a:ext cx="11379200" cy="4343400"/>
          </a:xfrm>
          <a:prstGeom prst="round2DiagRect">
            <a:avLst>
              <a:gd name="adj1" fmla="val 11403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marL="0" indent="0" algn="l" rtl="0" eaLnBrk="1" latinLnBrk="0" hangingPunct="1">
              <a:buNone/>
              <a:defRPr sz="4300"/>
            </a:lvl1pPr>
            <a:extLst/>
          </a:lstStyle>
          <a:p>
            <a:pPr marL="0" algn="l" rtl="0" eaLnBrk="1" latinLnBrk="0" hangingPunct="1"/>
            <a:r>
              <a:rPr kumimoji="0" lang="en-US">
                <a:solidFill>
                  <a:schemeClr val="lt1"/>
                </a:solidFill>
                <a:latin typeface="+mn-lt"/>
                <a:ea typeface="+mn-ea"/>
                <a:cs typeface="+mn-cs"/>
              </a:rPr>
              <a:t>Click icon to add picture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7416800" y="6509004"/>
            <a:ext cx="4003040" cy="274320"/>
          </a:xfrm>
        </p:spPr>
        <p:txBody>
          <a:bodyPr vert="horz" rtlCol="0"/>
          <a:lstStyle/>
          <a:p>
            <a:fld id="{BD25FFEA-251E-44C2-AF5E-15D80A91260A}" type="datetimeFigureOut">
              <a:rPr lang="th-TH" smtClean="0">
                <a:solidFill>
                  <a:srgbClr val="2F5897">
                    <a:tint val="60000"/>
                    <a:satMod val="155000"/>
                  </a:srgbClr>
                </a:solidFill>
              </a:rPr>
              <a:pPr/>
              <a:t>02/10/69</a:t>
            </a:fld>
            <a:endParaRPr lang="th-TH">
              <a:solidFill>
                <a:srgbClr val="2F5897">
                  <a:tint val="60000"/>
                  <a:satMod val="155000"/>
                </a:srgb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11518605" y="6509004"/>
            <a:ext cx="619051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F1DE1E18-04A9-4779-B6FE-6C77CD99D06B}" type="slidenum">
              <a:rPr lang="th-TH" smtClean="0">
                <a:solidFill>
                  <a:srgbClr val="E4E9EF">
                    <a:shade val="90000"/>
                  </a:srgbClr>
                </a:solidFill>
              </a:rPr>
              <a:pPr/>
              <a:t>‹#›</a:t>
            </a:fld>
            <a:endParaRPr lang="th-TH">
              <a:solidFill>
                <a:srgbClr val="E4E9EF">
                  <a:shade val="90000"/>
                </a:srgbClr>
              </a:solidFill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>
          <a:xfrm>
            <a:off x="2133600" y="6509004"/>
            <a:ext cx="5209952" cy="274320"/>
          </a:xfrm>
        </p:spPr>
        <p:txBody>
          <a:bodyPr vert="horz" rtlCol="0"/>
          <a:lstStyle/>
          <a:p>
            <a:endParaRPr lang="th-TH">
              <a:solidFill>
                <a:srgbClr val="2F5897">
                  <a:tint val="60000"/>
                  <a:satMod val="15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12985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5FFEA-251E-44C2-AF5E-15D80A91260A}" type="datetimeFigureOut">
              <a:rPr lang="th-TH" smtClean="0">
                <a:solidFill>
                  <a:srgbClr val="2F5897">
                    <a:tint val="60000"/>
                    <a:satMod val="155000"/>
                  </a:srgbClr>
                </a:solidFill>
              </a:rPr>
              <a:pPr/>
              <a:t>02/10/69</a:t>
            </a:fld>
            <a:endParaRPr lang="th-TH">
              <a:solidFill>
                <a:srgbClr val="2F5897">
                  <a:tint val="60000"/>
                  <a:satMod val="155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>
              <a:solidFill>
                <a:srgbClr val="2F5897">
                  <a:tint val="60000"/>
                  <a:satMod val="155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E1E18-04A9-4779-B6FE-6C77CD99D06B}" type="slidenum">
              <a:rPr lang="th-TH" smtClean="0">
                <a:solidFill>
                  <a:srgbClr val="E4E9EF">
                    <a:shade val="90000"/>
                  </a:srgbClr>
                </a:solidFill>
              </a:rPr>
              <a:pPr/>
              <a:t>‹#›</a:t>
            </a:fld>
            <a:endParaRPr lang="th-TH">
              <a:solidFill>
                <a:srgbClr val="E4E9EF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22796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8"/>
            <a:ext cx="2743200" cy="5851525"/>
          </a:xfrm>
        </p:spPr>
        <p:txBody>
          <a:bodyPr vert="eaVert"/>
          <a:lstStyle>
            <a:lvl1pPr algn="l"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8"/>
            <a:ext cx="80264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5FFEA-251E-44C2-AF5E-15D80A91260A}" type="datetimeFigureOut">
              <a:rPr lang="th-TH" smtClean="0">
                <a:solidFill>
                  <a:srgbClr val="2F5897">
                    <a:tint val="60000"/>
                    <a:satMod val="155000"/>
                  </a:srgbClr>
                </a:solidFill>
              </a:rPr>
              <a:pPr/>
              <a:t>02/10/69</a:t>
            </a:fld>
            <a:endParaRPr lang="th-TH">
              <a:solidFill>
                <a:srgbClr val="2F5897">
                  <a:tint val="60000"/>
                  <a:satMod val="155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>
              <a:solidFill>
                <a:srgbClr val="2F5897">
                  <a:tint val="60000"/>
                  <a:satMod val="155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E1E18-04A9-4779-B6FE-6C77CD99D06B}" type="slidenum">
              <a:rPr lang="th-TH" smtClean="0">
                <a:solidFill>
                  <a:srgbClr val="E4E9EF">
                    <a:shade val="90000"/>
                  </a:srgbClr>
                </a:solidFill>
              </a:rPr>
              <a:pPr/>
              <a:t>‹#›</a:t>
            </a:fld>
            <a:endParaRPr lang="th-TH">
              <a:solidFill>
                <a:srgbClr val="E4E9EF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65971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 Diagonal Corner Rectangle 6"/>
          <p:cNvSpPr/>
          <p:nvPr/>
        </p:nvSpPr>
        <p:spPr>
          <a:xfrm>
            <a:off x="219457" y="147085"/>
            <a:ext cx="11747795" cy="6565392"/>
          </a:xfrm>
          <a:prstGeom prst="round2DiagRect">
            <a:avLst>
              <a:gd name="adj1" fmla="val 11807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21797" tIns="60898" rIns="121797" bIns="60898" anchor="ctr"/>
          <a:lstStyle/>
          <a:p>
            <a:pPr algn="ctr" defTabSz="1217820"/>
            <a:endParaRPr lang="en-US" sz="3700">
              <a:solidFill>
                <a:prstClr val="white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727200" y="6400800"/>
            <a:ext cx="5616352" cy="274320"/>
          </a:xfrm>
          <a:prstGeom prst="rect">
            <a:avLst/>
          </a:prstGeom>
        </p:spPr>
        <p:txBody>
          <a:bodyPr lIns="121797" tIns="60898" rIns="121797" bIns="60898"/>
          <a:lstStyle>
            <a:lvl1pPr algn="r" eaLnBrk="1" latinLnBrk="0" hangingPunct="1">
              <a:defRPr kumimoji="0" sz="1700">
                <a:solidFill>
                  <a:schemeClr val="bg2">
                    <a:tint val="60000"/>
                    <a:satMod val="155000"/>
                  </a:schemeClr>
                </a:solidFill>
              </a:defRPr>
            </a:lvl1pPr>
            <a:extLst/>
          </a:lstStyle>
          <a:p>
            <a:pPr defTabSz="1217820"/>
            <a:endParaRPr lang="th-TH">
              <a:solidFill>
                <a:srgbClr val="2F5897">
                  <a:tint val="60000"/>
                  <a:satMod val="155000"/>
                </a:srgbClr>
              </a:solidFill>
            </a:endParaRP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7416800" y="6400800"/>
            <a:ext cx="4003040" cy="274320"/>
          </a:xfrm>
          <a:prstGeom prst="rect">
            <a:avLst/>
          </a:prstGeom>
        </p:spPr>
        <p:txBody>
          <a:bodyPr lIns="121797" tIns="60898" rIns="121797" bIns="60898"/>
          <a:lstStyle>
            <a:lvl1pPr algn="l" eaLnBrk="1" latinLnBrk="0" hangingPunct="1">
              <a:defRPr kumimoji="0" sz="1700">
                <a:solidFill>
                  <a:schemeClr val="bg2">
                    <a:tint val="60000"/>
                    <a:satMod val="155000"/>
                  </a:schemeClr>
                </a:solidFill>
              </a:defRPr>
            </a:lvl1pPr>
            <a:extLst/>
          </a:lstStyle>
          <a:p>
            <a:pPr defTabSz="1217820"/>
            <a:fld id="{BD25FFEA-251E-44C2-AF5E-15D80A91260A}" type="datetimeFigureOut">
              <a:rPr lang="th-TH" smtClean="0">
                <a:solidFill>
                  <a:srgbClr val="2F5897">
                    <a:tint val="60000"/>
                    <a:satMod val="155000"/>
                  </a:srgbClr>
                </a:solidFill>
              </a:rPr>
              <a:pPr defTabSz="1217820"/>
              <a:t>02/10/69</a:t>
            </a:fld>
            <a:endParaRPr lang="th-TH">
              <a:solidFill>
                <a:srgbClr val="2F5897">
                  <a:tint val="60000"/>
                  <a:satMod val="155000"/>
                </a:srgbClr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1518605" y="6514568"/>
            <a:ext cx="619051" cy="274320"/>
          </a:xfrm>
          <a:prstGeom prst="rect">
            <a:avLst/>
          </a:prstGeom>
        </p:spPr>
        <p:txBody>
          <a:bodyPr lIns="121797" tIns="60898" rIns="121797" bIns="60898" anchor="ctr"/>
          <a:lstStyle>
            <a:lvl1pPr algn="r" eaLnBrk="1" latinLnBrk="0" hangingPunct="1">
              <a:defRPr kumimoji="0" sz="2100">
                <a:solidFill>
                  <a:schemeClr val="tx2">
                    <a:shade val="90000"/>
                  </a:schemeClr>
                </a:solidFill>
                <a:effectLst/>
              </a:defRPr>
            </a:lvl1pPr>
            <a:extLst/>
          </a:lstStyle>
          <a:p>
            <a:pPr defTabSz="1217820"/>
            <a:fld id="{F1DE1E18-04A9-4779-B6FE-6C77CD99D06B}" type="slidenum">
              <a:rPr lang="th-TH" smtClean="0">
                <a:solidFill>
                  <a:srgbClr val="E4E9EF">
                    <a:shade val="90000"/>
                  </a:srgbClr>
                </a:solidFill>
              </a:rPr>
              <a:pPr defTabSz="1217820"/>
              <a:t>‹#›</a:t>
            </a:fld>
            <a:endParaRPr lang="th-TH">
              <a:solidFill>
                <a:srgbClr val="E4E9EF">
                  <a:shade val="90000"/>
                </a:srgbClr>
              </a:solidFill>
            </a:endParaRPr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53536"/>
            <a:ext cx="10972800" cy="1143000"/>
          </a:xfrm>
          <a:prstGeom prst="rect">
            <a:avLst/>
          </a:prstGeom>
        </p:spPr>
        <p:txBody>
          <a:bodyPr lIns="121797" tIns="60898" rIns="121797" bIns="60898" anchor="b">
            <a:normAutofit/>
            <a:scene3d>
              <a:camera prst="orthographicFront"/>
              <a:lightRig rig="soft" dir="t">
                <a:rot lat="0" lon="0" rev="2400000"/>
              </a:lightRig>
            </a:scene3d>
            <a:sp3d>
              <a:bevelT w="19050" h="12700"/>
            </a:sp3d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09600" y="1646237"/>
            <a:ext cx="10972800" cy="4526280"/>
          </a:xfrm>
          <a:prstGeom prst="rect">
            <a:avLst/>
          </a:prstGeom>
        </p:spPr>
        <p:txBody>
          <a:bodyPr lIns="121797" tIns="60898" rIns="121797" bIns="60898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6266232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marL="73090" algn="r" rtl="0" eaLnBrk="1" latinLnBrk="0" hangingPunct="1">
        <a:spcBef>
          <a:spcPct val="0"/>
        </a:spcBef>
        <a:buNone/>
        <a:defRPr kumimoji="0" sz="6100" kern="1200">
          <a:solidFill>
            <a:schemeClr val="tx2">
              <a:tint val="100000"/>
              <a:shade val="90000"/>
              <a:satMod val="250000"/>
              <a:alpha val="100000"/>
            </a:schemeClr>
          </a:solidFill>
          <a:effectLst>
            <a:outerShdw blurRad="38100" dist="25500" dir="5400000" algn="tl" rotWithShape="0">
              <a:srgbClr val="000000">
                <a:satMod val="180000"/>
                <a:alpha val="7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89037" indent="-389037" algn="l" rtl="0" eaLnBrk="1" latinLnBrk="0" hangingPunct="1">
        <a:spcBef>
          <a:spcPts val="0"/>
        </a:spcBef>
        <a:buClr>
          <a:schemeClr val="accent1"/>
        </a:buClr>
        <a:buSzPct val="70000"/>
        <a:buFont typeface="Wingdings 2"/>
        <a:buChar char=""/>
        <a:defRPr kumimoji="0" sz="4300" kern="1200">
          <a:solidFill>
            <a:schemeClr val="tx1"/>
          </a:solidFill>
          <a:latin typeface="+mn-lt"/>
          <a:ea typeface="+mn-ea"/>
          <a:cs typeface="+mn-cs"/>
        </a:defRPr>
      </a:lvl1pPr>
      <a:lvl2pPr marL="852459" indent="-304432" algn="l" rtl="0" eaLnBrk="1" latinLnBrk="0" hangingPunct="1">
        <a:spcBef>
          <a:spcPts val="533"/>
        </a:spcBef>
        <a:buClr>
          <a:schemeClr val="accent2"/>
        </a:buClr>
        <a:buSzPct val="90000"/>
        <a:buFontTx/>
        <a:buChar char="•"/>
        <a:defRPr kumimoji="0" sz="3500" kern="1200">
          <a:solidFill>
            <a:schemeClr val="tx1"/>
          </a:solidFill>
          <a:latin typeface="+mn-lt"/>
          <a:ea typeface="+mn-ea"/>
          <a:cs typeface="+mn-cs"/>
        </a:defRPr>
      </a:lvl2pPr>
      <a:lvl3pPr marL="1095995" indent="-255756" algn="l" rtl="0" eaLnBrk="1" latinLnBrk="0" hangingPunct="1">
        <a:spcBef>
          <a:spcPts val="533"/>
        </a:spcBef>
        <a:buClr>
          <a:schemeClr val="accent3"/>
        </a:buClr>
        <a:buSzPct val="100000"/>
        <a:buFont typeface="Wingdings 2"/>
        <a:buChar char=""/>
        <a:defRPr kumimoji="0" sz="3100" kern="1200">
          <a:solidFill>
            <a:schemeClr val="tx1"/>
          </a:solidFill>
          <a:latin typeface="+mn-lt"/>
          <a:ea typeface="+mn-ea"/>
          <a:cs typeface="+mn-cs"/>
        </a:defRPr>
      </a:lvl3pPr>
      <a:lvl4pPr marL="1339587" indent="-243565" algn="l" rtl="0" eaLnBrk="1" latinLnBrk="0" hangingPunct="1">
        <a:spcBef>
          <a:spcPts val="533"/>
        </a:spcBef>
        <a:buClr>
          <a:schemeClr val="accent3"/>
        </a:buClr>
        <a:buSzPct val="100000"/>
        <a:buFont typeface="Wingdings 2"/>
        <a:buChar char="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1583120" indent="-243565" algn="l" rtl="0" eaLnBrk="1" latinLnBrk="0" hangingPunct="1">
        <a:spcBef>
          <a:spcPts val="533"/>
        </a:spcBef>
        <a:buClr>
          <a:schemeClr val="accent3"/>
        </a:buClr>
        <a:buSzPct val="100000"/>
        <a:buFont typeface="Wingdings 2"/>
        <a:buChar char=""/>
        <a:defRPr kumimoji="0" sz="2500" kern="1200">
          <a:solidFill>
            <a:schemeClr val="tx1"/>
          </a:solidFill>
          <a:latin typeface="+mn-lt"/>
          <a:ea typeface="+mn-ea"/>
          <a:cs typeface="+mn-cs"/>
        </a:defRPr>
      </a:lvl5pPr>
      <a:lvl6pPr marL="1826714" indent="-231402" algn="l" rtl="0" eaLnBrk="1" latinLnBrk="0" hangingPunct="1">
        <a:spcBef>
          <a:spcPts val="533"/>
        </a:spcBef>
        <a:buClr>
          <a:schemeClr val="accent4"/>
        </a:buClr>
        <a:buFont typeface="Wingdings 2"/>
        <a:buChar char=""/>
        <a:defRPr kumimoji="0" sz="2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070248" indent="-231402" algn="l" rtl="0" eaLnBrk="1" latinLnBrk="0" hangingPunct="1">
        <a:spcBef>
          <a:spcPts val="533"/>
        </a:spcBef>
        <a:buClr>
          <a:schemeClr val="accent4"/>
        </a:buClr>
        <a:buFont typeface="Wingdings 2"/>
        <a:buChar char=""/>
        <a:defRPr kumimoji="0" sz="21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313813" indent="-231402" algn="l" rtl="0" eaLnBrk="1" latinLnBrk="0" hangingPunct="1">
        <a:spcBef>
          <a:spcPts val="533"/>
        </a:spcBef>
        <a:buClr>
          <a:schemeClr val="accent4"/>
        </a:buClr>
        <a:buFont typeface="Wingdings 2"/>
        <a:buChar char=""/>
        <a:defRPr kumimoji="0" sz="21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557376" indent="-231402" algn="l" rtl="0" eaLnBrk="1" latinLnBrk="0" hangingPunct="1">
        <a:spcBef>
          <a:spcPts val="533"/>
        </a:spcBef>
        <a:buClr>
          <a:schemeClr val="accent4"/>
        </a:buClr>
        <a:buFont typeface="Wingdings 2"/>
        <a:buChar char=""/>
        <a:defRPr kumimoji="0" sz="21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608867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121782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826714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2435638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3044504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3653371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4262293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4871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BB85F4-89CB-B9F4-70C9-B15CBDCF3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9A3F435-BE46-6B1C-1DCF-CC919C9F7D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5468345"/>
              </p:ext>
            </p:extLst>
          </p:nvPr>
        </p:nvGraphicFramePr>
        <p:xfrm>
          <a:off x="457200" y="2055795"/>
          <a:ext cx="11351509" cy="4420355"/>
        </p:xfrm>
        <a:graphic>
          <a:graphicData uri="http://schemas.openxmlformats.org/drawingml/2006/table">
            <a:tbl>
              <a:tblPr/>
              <a:tblGrid>
                <a:gridCol w="1046315">
                  <a:extLst>
                    <a:ext uri="{9D8B030D-6E8A-4147-A177-3AD203B41FA5}">
                      <a16:colId xmlns:a16="http://schemas.microsoft.com/office/drawing/2014/main" val="4190556556"/>
                    </a:ext>
                  </a:extLst>
                </a:gridCol>
                <a:gridCol w="5422509">
                  <a:extLst>
                    <a:ext uri="{9D8B030D-6E8A-4147-A177-3AD203B41FA5}">
                      <a16:colId xmlns:a16="http://schemas.microsoft.com/office/drawing/2014/main" val="3816422527"/>
                    </a:ext>
                  </a:extLst>
                </a:gridCol>
                <a:gridCol w="1554044">
                  <a:extLst>
                    <a:ext uri="{9D8B030D-6E8A-4147-A177-3AD203B41FA5}">
                      <a16:colId xmlns:a16="http://schemas.microsoft.com/office/drawing/2014/main" val="3684625179"/>
                    </a:ext>
                  </a:extLst>
                </a:gridCol>
                <a:gridCol w="1024198">
                  <a:extLst>
                    <a:ext uri="{9D8B030D-6E8A-4147-A177-3AD203B41FA5}">
                      <a16:colId xmlns:a16="http://schemas.microsoft.com/office/drawing/2014/main" val="1124400286"/>
                    </a:ext>
                  </a:extLst>
                </a:gridCol>
                <a:gridCol w="1065923">
                  <a:extLst>
                    <a:ext uri="{9D8B030D-6E8A-4147-A177-3AD203B41FA5}">
                      <a16:colId xmlns:a16="http://schemas.microsoft.com/office/drawing/2014/main" val="2848671187"/>
                    </a:ext>
                  </a:extLst>
                </a:gridCol>
                <a:gridCol w="1238520">
                  <a:extLst>
                    <a:ext uri="{9D8B030D-6E8A-4147-A177-3AD203B41FA5}">
                      <a16:colId xmlns:a16="http://schemas.microsoft.com/office/drawing/2014/main" val="2382351669"/>
                    </a:ext>
                  </a:extLst>
                </a:gridCol>
              </a:tblGrid>
              <a:tr h="298234">
                <a:tc rowSpan="2">
                  <a:txBody>
                    <a:bodyPr/>
                    <a:lstStyle>
                      <a:lvl1pPr marL="0" algn="l" rtl="0" eaLnBrk="1" latinLnBrk="0" hangingPunct="1">
                        <a:spcBef>
                          <a:spcPts val="700"/>
                        </a:spcBef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 kumimoji="0" sz="26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1pPr>
                      <a:lvl2pPr marL="742950" indent="-285750" algn="l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kumimoji="0" sz="22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2pPr>
                      <a:lvl3pPr marL="1143000" indent="-228600" algn="l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kumimoji="0" sz="20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3pPr>
                      <a:lvl4pPr marL="1600200" indent="-228600" algn="l" rtl="0" eaLnBrk="1" latinLnBrk="0" hangingPunct="1">
                        <a:spcBef>
                          <a:spcPct val="20000"/>
                        </a:spcBef>
                        <a:buClr>
                          <a:srgbClr val="FEB80A"/>
                        </a:buClr>
                        <a:buFont typeface="Wingdings 3" panose="05040102010807070707" pitchFamily="18" charset="2"/>
                        <a:defRPr kumimoji="0" sz="20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4pPr>
                      <a:lvl5pPr marL="2057400" indent="-228600" algn="l" rtl="0" eaLnBrk="1" latinLnBrk="0" hangingPunct="1">
                        <a:spcBef>
                          <a:spcPct val="20000"/>
                        </a:spcBef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5pPr>
                      <a:lvl6pPr marL="25146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6pPr>
                      <a:lvl7pPr marL="29718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7pPr>
                      <a:lvl8pPr marL="34290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8pPr>
                      <a:lvl9pPr marL="38862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altLang="th-TH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ลำดับ</a:t>
                      </a:r>
                      <a:endParaRPr kumimoji="0" lang="en-US" altLang="th-TH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68585" marR="68585" marT="34297" marB="34297" anchor="ctr" horzOverflow="overflow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81BD"/>
                    </a:solidFill>
                  </a:tcPr>
                </a:tc>
                <a:tc rowSpan="2">
                  <a:txBody>
                    <a:bodyPr/>
                    <a:lstStyle>
                      <a:lvl1pPr marL="0" algn="l" rtl="0" eaLnBrk="1" latinLnBrk="0" hangingPunct="1">
                        <a:spcBef>
                          <a:spcPts val="700"/>
                        </a:spcBef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 kumimoji="0" sz="26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1pPr>
                      <a:lvl2pPr marL="742950" indent="-285750" algn="l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kumimoji="0" sz="22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2pPr>
                      <a:lvl3pPr marL="1143000" indent="-228600" algn="l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kumimoji="0" sz="20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3pPr>
                      <a:lvl4pPr marL="1600200" indent="-228600" algn="l" rtl="0" eaLnBrk="1" latinLnBrk="0" hangingPunct="1">
                        <a:spcBef>
                          <a:spcPct val="20000"/>
                        </a:spcBef>
                        <a:buClr>
                          <a:srgbClr val="FEB80A"/>
                        </a:buClr>
                        <a:buFont typeface="Wingdings 3" panose="05040102010807070707" pitchFamily="18" charset="2"/>
                        <a:defRPr kumimoji="0" sz="20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4pPr>
                      <a:lvl5pPr marL="2057400" indent="-228600" algn="l" rtl="0" eaLnBrk="1" latinLnBrk="0" hangingPunct="1">
                        <a:spcBef>
                          <a:spcPct val="20000"/>
                        </a:spcBef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5pPr>
                      <a:lvl6pPr marL="25146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6pPr>
                      <a:lvl7pPr marL="29718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7pPr>
                      <a:lvl8pPr marL="34290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8pPr>
                      <a:lvl9pPr marL="38862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altLang="th-TH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ภารกิจ</a:t>
                      </a:r>
                      <a:endParaRPr kumimoji="0" lang="en-US" altLang="th-TH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68585" marR="68585" marT="34297" marB="34297" anchor="ctr" horzOverflow="overflow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81BD"/>
                    </a:solidFill>
                  </a:tcPr>
                </a:tc>
                <a:tc rowSpan="2">
                  <a:txBody>
                    <a:bodyPr/>
                    <a:lstStyle>
                      <a:lvl1pPr marL="0" algn="l" rtl="0" eaLnBrk="1" latinLnBrk="0" hangingPunct="1">
                        <a:spcBef>
                          <a:spcPts val="700"/>
                        </a:spcBef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 kumimoji="0" sz="26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1pPr>
                      <a:lvl2pPr marL="742950" indent="-285750" algn="l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kumimoji="0" sz="22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2pPr>
                      <a:lvl3pPr marL="1143000" indent="-228600" algn="l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kumimoji="0" sz="20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3pPr>
                      <a:lvl4pPr marL="1600200" indent="-228600" algn="l" rtl="0" eaLnBrk="1" latinLnBrk="0" hangingPunct="1">
                        <a:spcBef>
                          <a:spcPct val="20000"/>
                        </a:spcBef>
                        <a:buClr>
                          <a:srgbClr val="FEB80A"/>
                        </a:buClr>
                        <a:buFont typeface="Wingdings 3" panose="05040102010807070707" pitchFamily="18" charset="2"/>
                        <a:defRPr kumimoji="0" sz="20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4pPr>
                      <a:lvl5pPr marL="2057400" indent="-228600" algn="l" rtl="0" eaLnBrk="1" latinLnBrk="0" hangingPunct="1">
                        <a:spcBef>
                          <a:spcPct val="20000"/>
                        </a:spcBef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5pPr>
                      <a:lvl6pPr marL="25146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6pPr>
                      <a:lvl7pPr marL="29718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7pPr>
                      <a:lvl8pPr marL="34290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8pPr>
                      <a:lvl9pPr marL="38862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altLang="th-TH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วันที่ปฏิบัติ</a:t>
                      </a:r>
                      <a:endParaRPr kumimoji="0" lang="en-US" altLang="th-TH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68585" marR="68585" marT="34297" marB="34297" anchor="ctr" horzOverflow="overflow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81BD"/>
                    </a:solidFill>
                  </a:tcPr>
                </a:tc>
                <a:tc gridSpan="2">
                  <a:txBody>
                    <a:bodyPr/>
                    <a:lstStyle>
                      <a:lvl1pPr marL="0" algn="l" rtl="0" eaLnBrk="1" latinLnBrk="0" hangingPunct="1">
                        <a:spcBef>
                          <a:spcPts val="700"/>
                        </a:spcBef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 kumimoji="0" sz="26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1pPr>
                      <a:lvl2pPr marL="742950" indent="-285750" algn="l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kumimoji="0" sz="22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2pPr>
                      <a:lvl3pPr marL="1143000" indent="-228600" algn="l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kumimoji="0" sz="20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3pPr>
                      <a:lvl4pPr marL="1600200" indent="-228600" algn="l" rtl="0" eaLnBrk="1" latinLnBrk="0" hangingPunct="1">
                        <a:spcBef>
                          <a:spcPct val="20000"/>
                        </a:spcBef>
                        <a:buClr>
                          <a:srgbClr val="FEB80A"/>
                        </a:buClr>
                        <a:buFont typeface="Wingdings 3" panose="05040102010807070707" pitchFamily="18" charset="2"/>
                        <a:defRPr kumimoji="0" sz="20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4pPr>
                      <a:lvl5pPr marL="2057400" indent="-228600" algn="l" rtl="0" eaLnBrk="1" latinLnBrk="0" hangingPunct="1">
                        <a:spcBef>
                          <a:spcPct val="20000"/>
                        </a:spcBef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5pPr>
                      <a:lvl6pPr marL="25146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6pPr>
                      <a:lvl7pPr marL="29718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7pPr>
                      <a:lvl8pPr marL="34290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8pPr>
                      <a:lvl9pPr marL="38862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altLang="th-TH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ผลการปฏิบัติงาน</a:t>
                      </a:r>
                      <a:endParaRPr kumimoji="0" lang="en-US" altLang="th-TH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68585" marR="68585" marT="34297" marB="34297" anchor="ctr" horzOverflow="overflow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81B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rowSpan="2">
                  <a:txBody>
                    <a:bodyPr/>
                    <a:lstStyle>
                      <a:lvl1pPr marL="0" algn="l" rtl="0" eaLnBrk="1" latinLnBrk="0" hangingPunct="1">
                        <a:spcBef>
                          <a:spcPts val="700"/>
                        </a:spcBef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 kumimoji="0" sz="26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1pPr>
                      <a:lvl2pPr marL="742950" indent="-285750" algn="l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kumimoji="0" sz="22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2pPr>
                      <a:lvl3pPr marL="1143000" indent="-228600" algn="l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kumimoji="0" sz="20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3pPr>
                      <a:lvl4pPr marL="1600200" indent="-228600" algn="l" rtl="0" eaLnBrk="1" latinLnBrk="0" hangingPunct="1">
                        <a:spcBef>
                          <a:spcPct val="20000"/>
                        </a:spcBef>
                        <a:buClr>
                          <a:srgbClr val="FEB80A"/>
                        </a:buClr>
                        <a:buFont typeface="Wingdings 3" panose="05040102010807070707" pitchFamily="18" charset="2"/>
                        <a:defRPr kumimoji="0" sz="20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4pPr>
                      <a:lvl5pPr marL="2057400" indent="-228600" algn="l" rtl="0" eaLnBrk="1" latinLnBrk="0" hangingPunct="1">
                        <a:spcBef>
                          <a:spcPct val="20000"/>
                        </a:spcBef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5pPr>
                      <a:lvl6pPr marL="25146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6pPr>
                      <a:lvl7pPr marL="29718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7pPr>
                      <a:lvl8pPr marL="34290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8pPr>
                      <a:lvl9pPr marL="38862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altLang="th-TH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หมายเหตุ</a:t>
                      </a:r>
                      <a:endParaRPr kumimoji="0" lang="en-US" altLang="th-TH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68585" marR="68585" marT="34297" marB="34297" anchor="ctr" horzOverflow="overflow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149321"/>
                  </a:ext>
                </a:extLst>
              </a:tr>
              <a:tr h="668306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rtl="0" eaLnBrk="1" latinLnBrk="0" hangingPunct="1">
                        <a:spcBef>
                          <a:spcPts val="700"/>
                        </a:spcBef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 kumimoji="0" sz="26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1pPr>
                      <a:lvl2pPr marL="742950" indent="-285750" algn="l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kumimoji="0" sz="22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2pPr>
                      <a:lvl3pPr marL="1143000" indent="-228600" algn="l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kumimoji="0" sz="20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3pPr>
                      <a:lvl4pPr marL="1600200" indent="-228600" algn="l" rtl="0" eaLnBrk="1" latinLnBrk="0" hangingPunct="1">
                        <a:spcBef>
                          <a:spcPct val="20000"/>
                        </a:spcBef>
                        <a:buClr>
                          <a:srgbClr val="FEB80A"/>
                        </a:buClr>
                        <a:buFont typeface="Wingdings 3" panose="05040102010807070707" pitchFamily="18" charset="2"/>
                        <a:defRPr kumimoji="0" sz="20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4pPr>
                      <a:lvl5pPr marL="2057400" indent="-228600" algn="l" rtl="0" eaLnBrk="1" latinLnBrk="0" hangingPunct="1">
                        <a:spcBef>
                          <a:spcPct val="20000"/>
                        </a:spcBef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5pPr>
                      <a:lvl6pPr marL="25146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6pPr>
                      <a:lvl7pPr marL="29718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7pPr>
                      <a:lvl8pPr marL="34290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8pPr>
                      <a:lvl9pPr marL="38862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altLang="th-TH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เรียบร้อย</a:t>
                      </a:r>
                      <a:endParaRPr kumimoji="0" lang="en-US" altLang="th-TH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68585" marR="68585" marT="34297" marB="34297" anchor="ctr" horzOverflow="overflow">
                    <a:lnL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spcBef>
                          <a:spcPts val="700"/>
                        </a:spcBef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 kumimoji="0" sz="26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1pPr>
                      <a:lvl2pPr marL="742950" indent="-285750" algn="l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kumimoji="0" sz="22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2pPr>
                      <a:lvl3pPr marL="1143000" indent="-228600" algn="l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kumimoji="0" sz="20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3pPr>
                      <a:lvl4pPr marL="1600200" indent="-228600" algn="l" rtl="0" eaLnBrk="1" latinLnBrk="0" hangingPunct="1">
                        <a:spcBef>
                          <a:spcPct val="20000"/>
                        </a:spcBef>
                        <a:buClr>
                          <a:srgbClr val="FEB80A"/>
                        </a:buClr>
                        <a:buFont typeface="Wingdings 3" panose="05040102010807070707" pitchFamily="18" charset="2"/>
                        <a:defRPr kumimoji="0" sz="20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4pPr>
                      <a:lvl5pPr marL="2057400" indent="-228600" algn="l" rtl="0" eaLnBrk="1" latinLnBrk="0" hangingPunct="1">
                        <a:spcBef>
                          <a:spcPct val="20000"/>
                        </a:spcBef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5pPr>
                      <a:lvl6pPr marL="25146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6pPr>
                      <a:lvl7pPr marL="29718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7pPr>
                      <a:lvl8pPr marL="34290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8pPr>
                      <a:lvl9pPr marL="38862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altLang="th-TH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ไม่เรียบร้อย</a:t>
                      </a:r>
                      <a:endParaRPr kumimoji="0" lang="en-US" altLang="th-TH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68585" marR="68585" marT="34297" marB="34297" anchor="ctr" horzOverflow="overflow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81BD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891617"/>
                  </a:ext>
                </a:extLst>
              </a:tr>
              <a:tr h="521155">
                <a:tc>
                  <a:txBody>
                    <a:bodyPr/>
                    <a:lstStyle>
                      <a:lvl1pPr marL="0" algn="l" rtl="0" eaLnBrk="1" latinLnBrk="0" hangingPunct="1">
                        <a:spcBef>
                          <a:spcPts val="700"/>
                        </a:spcBef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 kumimoji="0" sz="26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1pPr>
                      <a:lvl2pPr marL="742950" indent="-285750" algn="l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kumimoji="0" sz="22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2pPr>
                      <a:lvl3pPr marL="1143000" indent="-228600" algn="l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kumimoji="0" sz="20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3pPr>
                      <a:lvl4pPr marL="1600200" indent="-228600" algn="l" rtl="0" eaLnBrk="1" latinLnBrk="0" hangingPunct="1">
                        <a:spcBef>
                          <a:spcPct val="20000"/>
                        </a:spcBef>
                        <a:buClr>
                          <a:srgbClr val="FEB80A"/>
                        </a:buClr>
                        <a:buFont typeface="Wingdings 3" panose="05040102010807070707" pitchFamily="18" charset="2"/>
                        <a:defRPr kumimoji="0" sz="20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4pPr>
                      <a:lvl5pPr marL="2057400" indent="-228600" algn="l" rtl="0" eaLnBrk="1" latinLnBrk="0" hangingPunct="1">
                        <a:spcBef>
                          <a:spcPct val="20000"/>
                        </a:spcBef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5pPr>
                      <a:lvl6pPr marL="25146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6pPr>
                      <a:lvl7pPr marL="29718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7pPr>
                      <a:lvl8pPr marL="34290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8pPr>
                      <a:lvl9pPr marL="38862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th-TH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68585" marR="68585" marT="34305" marB="34305" horzOverflow="overflow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F7E8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spcBef>
                          <a:spcPts val="700"/>
                        </a:spcBef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 kumimoji="0" sz="26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1pPr>
                      <a:lvl2pPr marL="742950" indent="-285750" algn="l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kumimoji="0" sz="22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2pPr>
                      <a:lvl3pPr marL="1143000" indent="-228600" algn="l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kumimoji="0" sz="20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3pPr>
                      <a:lvl4pPr marL="1600200" indent="-228600" algn="l" rtl="0" eaLnBrk="1" latinLnBrk="0" hangingPunct="1">
                        <a:spcBef>
                          <a:spcPct val="20000"/>
                        </a:spcBef>
                        <a:buClr>
                          <a:srgbClr val="FEB80A"/>
                        </a:buClr>
                        <a:buFont typeface="Wingdings 3" panose="05040102010807070707" pitchFamily="18" charset="2"/>
                        <a:defRPr kumimoji="0" sz="20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4pPr>
                      <a:lvl5pPr marL="2057400" indent="-228600" algn="l" rtl="0" eaLnBrk="1" latinLnBrk="0" hangingPunct="1">
                        <a:spcBef>
                          <a:spcPct val="20000"/>
                        </a:spcBef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5pPr>
                      <a:lvl6pPr marL="25146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6pPr>
                      <a:lvl7pPr marL="29718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7pPr>
                      <a:lvl8pPr marL="34290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8pPr>
                      <a:lvl9pPr marL="38862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h-TH" altLang="th-TH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68585" marR="68585" marT="34305" marB="34305" horzOverflow="overflow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F7E8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spcBef>
                          <a:spcPts val="700"/>
                        </a:spcBef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 kumimoji="0" sz="26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1pPr>
                      <a:lvl2pPr marL="742950" indent="-285750" algn="l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kumimoji="0" sz="22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2pPr>
                      <a:lvl3pPr marL="1143000" indent="-228600" algn="l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kumimoji="0" sz="20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3pPr>
                      <a:lvl4pPr marL="1600200" indent="-228600" algn="l" rtl="0" eaLnBrk="1" latinLnBrk="0" hangingPunct="1">
                        <a:spcBef>
                          <a:spcPct val="20000"/>
                        </a:spcBef>
                        <a:buClr>
                          <a:srgbClr val="FEB80A"/>
                        </a:buClr>
                        <a:buFont typeface="Wingdings 3" panose="05040102010807070707" pitchFamily="18" charset="2"/>
                        <a:defRPr kumimoji="0" sz="20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4pPr>
                      <a:lvl5pPr marL="2057400" indent="-228600" algn="l" rtl="0" eaLnBrk="1" latinLnBrk="0" hangingPunct="1">
                        <a:spcBef>
                          <a:spcPct val="20000"/>
                        </a:spcBef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5pPr>
                      <a:lvl6pPr marL="25146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6pPr>
                      <a:lvl7pPr marL="29718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7pPr>
                      <a:lvl8pPr marL="34290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8pPr>
                      <a:lvl9pPr marL="38862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th-TH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68585" marR="68585" marT="34297" marB="34297" horzOverflow="overflow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F7E8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spcBef>
                          <a:spcPts val="700"/>
                        </a:spcBef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 kumimoji="0" sz="26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1pPr>
                      <a:lvl2pPr marL="742950" indent="-285750" algn="l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kumimoji="0" sz="22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2pPr>
                      <a:lvl3pPr marL="1143000" indent="-228600" algn="l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kumimoji="0" sz="20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3pPr>
                      <a:lvl4pPr marL="1600200" indent="-228600" algn="l" rtl="0" eaLnBrk="1" latinLnBrk="0" hangingPunct="1">
                        <a:spcBef>
                          <a:spcPct val="20000"/>
                        </a:spcBef>
                        <a:buClr>
                          <a:srgbClr val="FEB80A"/>
                        </a:buClr>
                        <a:buFont typeface="Wingdings 3" panose="05040102010807070707" pitchFamily="18" charset="2"/>
                        <a:defRPr kumimoji="0" sz="20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4pPr>
                      <a:lvl5pPr marL="2057400" indent="-228600" algn="l" rtl="0" eaLnBrk="1" latinLnBrk="0" hangingPunct="1">
                        <a:spcBef>
                          <a:spcPct val="20000"/>
                        </a:spcBef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5pPr>
                      <a:lvl6pPr marL="25146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6pPr>
                      <a:lvl7pPr marL="29718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7pPr>
                      <a:lvl8pPr marL="34290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8pPr>
                      <a:lvl9pPr marL="38862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th-TH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√</a:t>
                      </a:r>
                    </a:p>
                  </a:txBody>
                  <a:tcPr marL="68585" marR="68585" marT="34297" marB="34297" horzOverflow="overflow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F7E8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spcBef>
                          <a:spcPts val="700"/>
                        </a:spcBef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 kumimoji="0" sz="26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1pPr>
                      <a:lvl2pPr marL="742950" indent="-285750" algn="l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kumimoji="0" sz="22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2pPr>
                      <a:lvl3pPr marL="1143000" indent="-228600" algn="l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kumimoji="0" sz="20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3pPr>
                      <a:lvl4pPr marL="1600200" indent="-228600" algn="l" rtl="0" eaLnBrk="1" latinLnBrk="0" hangingPunct="1">
                        <a:spcBef>
                          <a:spcPct val="20000"/>
                        </a:spcBef>
                        <a:buClr>
                          <a:srgbClr val="FEB80A"/>
                        </a:buClr>
                        <a:buFont typeface="Wingdings 3" panose="05040102010807070707" pitchFamily="18" charset="2"/>
                        <a:defRPr kumimoji="0" sz="20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4pPr>
                      <a:lvl5pPr marL="2057400" indent="-228600" algn="l" rtl="0" eaLnBrk="1" latinLnBrk="0" hangingPunct="1">
                        <a:spcBef>
                          <a:spcPct val="20000"/>
                        </a:spcBef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5pPr>
                      <a:lvl6pPr marL="25146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6pPr>
                      <a:lvl7pPr marL="29718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7pPr>
                      <a:lvl8pPr marL="34290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8pPr>
                      <a:lvl9pPr marL="38862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h-TH" altLang="th-TH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68585" marR="68585" marT="34297" marB="34297" horzOverflow="overflow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F7E8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spcBef>
                          <a:spcPts val="700"/>
                        </a:spcBef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 kumimoji="0" sz="26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1pPr>
                      <a:lvl2pPr marL="742950" indent="-285750" algn="l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kumimoji="0" sz="22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2pPr>
                      <a:lvl3pPr marL="1143000" indent="-228600" algn="l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kumimoji="0" sz="20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3pPr>
                      <a:lvl4pPr marL="1600200" indent="-228600" algn="l" rtl="0" eaLnBrk="1" latinLnBrk="0" hangingPunct="1">
                        <a:spcBef>
                          <a:spcPct val="20000"/>
                        </a:spcBef>
                        <a:buClr>
                          <a:srgbClr val="FEB80A"/>
                        </a:buClr>
                        <a:buFont typeface="Wingdings 3" panose="05040102010807070707" pitchFamily="18" charset="2"/>
                        <a:defRPr kumimoji="0" sz="20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4pPr>
                      <a:lvl5pPr marL="2057400" indent="-228600" algn="l" rtl="0" eaLnBrk="1" latinLnBrk="0" hangingPunct="1">
                        <a:spcBef>
                          <a:spcPct val="20000"/>
                        </a:spcBef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5pPr>
                      <a:lvl6pPr marL="25146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6pPr>
                      <a:lvl7pPr marL="29718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7pPr>
                      <a:lvl8pPr marL="34290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8pPr>
                      <a:lvl9pPr marL="38862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h-TH" altLang="th-TH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68585" marR="68585" marT="34297" marB="34297" horzOverflow="overflow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F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064891"/>
                  </a:ext>
                </a:extLst>
              </a:tr>
              <a:tr h="463811">
                <a:tc>
                  <a:txBody>
                    <a:bodyPr/>
                    <a:lstStyle>
                      <a:lvl1pPr marL="0" algn="l" rtl="0" eaLnBrk="1" latinLnBrk="0" hangingPunct="1">
                        <a:spcBef>
                          <a:spcPts val="700"/>
                        </a:spcBef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 kumimoji="0" sz="26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1pPr>
                      <a:lvl2pPr marL="742950" indent="-285750" algn="l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kumimoji="0" sz="22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2pPr>
                      <a:lvl3pPr marL="1143000" indent="-228600" algn="l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kumimoji="0" sz="20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3pPr>
                      <a:lvl4pPr marL="1600200" indent="-228600" algn="l" rtl="0" eaLnBrk="1" latinLnBrk="0" hangingPunct="1">
                        <a:spcBef>
                          <a:spcPct val="20000"/>
                        </a:spcBef>
                        <a:buClr>
                          <a:srgbClr val="FEB80A"/>
                        </a:buClr>
                        <a:buFont typeface="Wingdings 3" panose="05040102010807070707" pitchFamily="18" charset="2"/>
                        <a:defRPr kumimoji="0" sz="20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4pPr>
                      <a:lvl5pPr marL="2057400" indent="-228600" algn="l" rtl="0" eaLnBrk="1" latinLnBrk="0" hangingPunct="1">
                        <a:spcBef>
                          <a:spcPct val="20000"/>
                        </a:spcBef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5pPr>
                      <a:lvl6pPr marL="25146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6pPr>
                      <a:lvl7pPr marL="29718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7pPr>
                      <a:lvl8pPr marL="34290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8pPr>
                      <a:lvl9pPr marL="38862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th-TH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68585" marR="68585" marT="34305" marB="34305" horzOverflow="overflow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CE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spcBef>
                          <a:spcPts val="700"/>
                        </a:spcBef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 kumimoji="0" sz="26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1pPr>
                      <a:lvl2pPr marL="742950" indent="-285750" algn="l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kumimoji="0" sz="22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2pPr>
                      <a:lvl3pPr marL="1143000" indent="-228600" algn="l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kumimoji="0" sz="20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3pPr>
                      <a:lvl4pPr marL="1600200" indent="-228600" algn="l" rtl="0" eaLnBrk="1" latinLnBrk="0" hangingPunct="1">
                        <a:spcBef>
                          <a:spcPct val="20000"/>
                        </a:spcBef>
                        <a:buClr>
                          <a:srgbClr val="FEB80A"/>
                        </a:buClr>
                        <a:buFont typeface="Wingdings 3" panose="05040102010807070707" pitchFamily="18" charset="2"/>
                        <a:defRPr kumimoji="0" sz="20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4pPr>
                      <a:lvl5pPr marL="2057400" indent="-228600" algn="l" rtl="0" eaLnBrk="1" latinLnBrk="0" hangingPunct="1">
                        <a:spcBef>
                          <a:spcPct val="20000"/>
                        </a:spcBef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5pPr>
                      <a:lvl6pPr marL="25146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6pPr>
                      <a:lvl7pPr marL="29718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7pPr>
                      <a:lvl8pPr marL="34290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8pPr>
                      <a:lvl9pPr marL="38862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th-TH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68585" marR="68585" marT="34305" marB="34305" horzOverflow="overflow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CE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spcBef>
                          <a:spcPts val="700"/>
                        </a:spcBef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 kumimoji="0" sz="26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1pPr>
                      <a:lvl2pPr marL="742950" indent="-285750" algn="l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kumimoji="0" sz="22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2pPr>
                      <a:lvl3pPr marL="1143000" indent="-228600" algn="l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kumimoji="0" sz="20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3pPr>
                      <a:lvl4pPr marL="1600200" indent="-228600" algn="l" rtl="0" eaLnBrk="1" latinLnBrk="0" hangingPunct="1">
                        <a:spcBef>
                          <a:spcPct val="20000"/>
                        </a:spcBef>
                        <a:buClr>
                          <a:srgbClr val="FEB80A"/>
                        </a:buClr>
                        <a:buFont typeface="Wingdings 3" panose="05040102010807070707" pitchFamily="18" charset="2"/>
                        <a:defRPr kumimoji="0" sz="20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4pPr>
                      <a:lvl5pPr marL="2057400" indent="-228600" algn="l" rtl="0" eaLnBrk="1" latinLnBrk="0" hangingPunct="1">
                        <a:spcBef>
                          <a:spcPct val="20000"/>
                        </a:spcBef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5pPr>
                      <a:lvl6pPr marL="25146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6pPr>
                      <a:lvl7pPr marL="29718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7pPr>
                      <a:lvl8pPr marL="34290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8pPr>
                      <a:lvl9pPr marL="38862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th-TH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68585" marR="68585" marT="34297" marB="34297" horzOverflow="overflow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CE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spcBef>
                          <a:spcPts val="700"/>
                        </a:spcBef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 kumimoji="0" sz="26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1pPr>
                      <a:lvl2pPr marL="742950" indent="-285750" algn="l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kumimoji="0" sz="22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2pPr>
                      <a:lvl3pPr marL="1143000" indent="-228600" algn="l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kumimoji="0" sz="20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3pPr>
                      <a:lvl4pPr marL="1600200" indent="-228600" algn="l" rtl="0" eaLnBrk="1" latinLnBrk="0" hangingPunct="1">
                        <a:spcBef>
                          <a:spcPct val="20000"/>
                        </a:spcBef>
                        <a:buClr>
                          <a:srgbClr val="FEB80A"/>
                        </a:buClr>
                        <a:buFont typeface="Wingdings 3" panose="05040102010807070707" pitchFamily="18" charset="2"/>
                        <a:defRPr kumimoji="0" sz="20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4pPr>
                      <a:lvl5pPr marL="2057400" indent="-228600" algn="l" rtl="0" eaLnBrk="1" latinLnBrk="0" hangingPunct="1">
                        <a:spcBef>
                          <a:spcPct val="20000"/>
                        </a:spcBef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5pPr>
                      <a:lvl6pPr marL="25146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6pPr>
                      <a:lvl7pPr marL="29718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7pPr>
                      <a:lvl8pPr marL="34290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8pPr>
                      <a:lvl9pPr marL="38862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th-TH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68585" marR="68585" marT="34297" marB="34297" horzOverflow="overflow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CE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spcBef>
                          <a:spcPts val="700"/>
                        </a:spcBef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 kumimoji="0" sz="26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1pPr>
                      <a:lvl2pPr marL="742950" indent="-285750" algn="l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kumimoji="0" sz="22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2pPr>
                      <a:lvl3pPr marL="1143000" indent="-228600" algn="l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kumimoji="0" sz="20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3pPr>
                      <a:lvl4pPr marL="1600200" indent="-228600" algn="l" rtl="0" eaLnBrk="1" latinLnBrk="0" hangingPunct="1">
                        <a:spcBef>
                          <a:spcPct val="20000"/>
                        </a:spcBef>
                        <a:buClr>
                          <a:srgbClr val="FEB80A"/>
                        </a:buClr>
                        <a:buFont typeface="Wingdings 3" panose="05040102010807070707" pitchFamily="18" charset="2"/>
                        <a:defRPr kumimoji="0" sz="20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4pPr>
                      <a:lvl5pPr marL="2057400" indent="-228600" algn="l" rtl="0" eaLnBrk="1" latinLnBrk="0" hangingPunct="1">
                        <a:spcBef>
                          <a:spcPct val="20000"/>
                        </a:spcBef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5pPr>
                      <a:lvl6pPr marL="25146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6pPr>
                      <a:lvl7pPr marL="29718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7pPr>
                      <a:lvl8pPr marL="34290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8pPr>
                      <a:lvl9pPr marL="38862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h-TH" altLang="th-TH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68585" marR="68585" marT="34297" marB="34297" horzOverflow="overflow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CE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spcBef>
                          <a:spcPts val="700"/>
                        </a:spcBef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 kumimoji="0" sz="26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1pPr>
                      <a:lvl2pPr marL="742950" indent="-285750" algn="l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kumimoji="0" sz="22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2pPr>
                      <a:lvl3pPr marL="1143000" indent="-228600" algn="l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kumimoji="0" sz="20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3pPr>
                      <a:lvl4pPr marL="1600200" indent="-228600" algn="l" rtl="0" eaLnBrk="1" latinLnBrk="0" hangingPunct="1">
                        <a:spcBef>
                          <a:spcPct val="20000"/>
                        </a:spcBef>
                        <a:buClr>
                          <a:srgbClr val="FEB80A"/>
                        </a:buClr>
                        <a:buFont typeface="Wingdings 3" panose="05040102010807070707" pitchFamily="18" charset="2"/>
                        <a:defRPr kumimoji="0" sz="20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4pPr>
                      <a:lvl5pPr marL="2057400" indent="-228600" algn="l" rtl="0" eaLnBrk="1" latinLnBrk="0" hangingPunct="1">
                        <a:spcBef>
                          <a:spcPct val="20000"/>
                        </a:spcBef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5pPr>
                      <a:lvl6pPr marL="25146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6pPr>
                      <a:lvl7pPr marL="29718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7pPr>
                      <a:lvl8pPr marL="34290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8pPr>
                      <a:lvl9pPr marL="38862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h-TH" altLang="th-TH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68585" marR="68585" marT="34297" marB="34297" horzOverflow="overflow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4907519"/>
                  </a:ext>
                </a:extLst>
              </a:tr>
              <a:tr h="488689">
                <a:tc>
                  <a:txBody>
                    <a:bodyPr/>
                    <a:lstStyle>
                      <a:lvl1pPr marL="0" algn="l" rtl="0" eaLnBrk="1" latinLnBrk="0" hangingPunct="1">
                        <a:spcBef>
                          <a:spcPts val="700"/>
                        </a:spcBef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 kumimoji="0" sz="26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1pPr>
                      <a:lvl2pPr marL="742950" indent="-285750" algn="l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kumimoji="0" sz="22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2pPr>
                      <a:lvl3pPr marL="1143000" indent="-228600" algn="l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kumimoji="0" sz="20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3pPr>
                      <a:lvl4pPr marL="1600200" indent="-228600" algn="l" rtl="0" eaLnBrk="1" latinLnBrk="0" hangingPunct="1">
                        <a:spcBef>
                          <a:spcPct val="20000"/>
                        </a:spcBef>
                        <a:buClr>
                          <a:srgbClr val="FEB80A"/>
                        </a:buClr>
                        <a:buFont typeface="Wingdings 3" panose="05040102010807070707" pitchFamily="18" charset="2"/>
                        <a:defRPr kumimoji="0" sz="20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4pPr>
                      <a:lvl5pPr marL="2057400" indent="-228600" algn="l" rtl="0" eaLnBrk="1" latinLnBrk="0" hangingPunct="1">
                        <a:spcBef>
                          <a:spcPct val="20000"/>
                        </a:spcBef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5pPr>
                      <a:lvl6pPr marL="25146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6pPr>
                      <a:lvl7pPr marL="29718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7pPr>
                      <a:lvl8pPr marL="34290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8pPr>
                      <a:lvl9pPr marL="38862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th-TH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68585" marR="68585" marT="34305" marB="34305" horzOverflow="overflow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F7E8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spcBef>
                          <a:spcPts val="700"/>
                        </a:spcBef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 kumimoji="0" sz="26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1pPr>
                      <a:lvl2pPr marL="742950" indent="-285750" algn="l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kumimoji="0" sz="22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2pPr>
                      <a:lvl3pPr marL="1143000" indent="-228600" algn="l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kumimoji="0" sz="20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3pPr>
                      <a:lvl4pPr marL="1600200" indent="-228600" algn="l" rtl="0" eaLnBrk="1" latinLnBrk="0" hangingPunct="1">
                        <a:spcBef>
                          <a:spcPct val="20000"/>
                        </a:spcBef>
                        <a:buClr>
                          <a:srgbClr val="FEB80A"/>
                        </a:buClr>
                        <a:buFont typeface="Wingdings 3" panose="05040102010807070707" pitchFamily="18" charset="2"/>
                        <a:defRPr kumimoji="0" sz="20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4pPr>
                      <a:lvl5pPr marL="2057400" indent="-228600" algn="l" rtl="0" eaLnBrk="1" latinLnBrk="0" hangingPunct="1">
                        <a:spcBef>
                          <a:spcPct val="20000"/>
                        </a:spcBef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5pPr>
                      <a:lvl6pPr marL="25146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6pPr>
                      <a:lvl7pPr marL="29718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7pPr>
                      <a:lvl8pPr marL="34290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8pPr>
                      <a:lvl9pPr marL="38862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th-TH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68585" marR="68585" marT="34305" marB="34305" horzOverflow="overflow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F7E8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spcBef>
                          <a:spcPts val="700"/>
                        </a:spcBef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 kumimoji="0" sz="26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1pPr>
                      <a:lvl2pPr marL="742950" indent="-285750" algn="l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kumimoji="0" sz="22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2pPr>
                      <a:lvl3pPr marL="1143000" indent="-228600" algn="l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kumimoji="0" sz="20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3pPr>
                      <a:lvl4pPr marL="1600200" indent="-228600" algn="l" rtl="0" eaLnBrk="1" latinLnBrk="0" hangingPunct="1">
                        <a:spcBef>
                          <a:spcPct val="20000"/>
                        </a:spcBef>
                        <a:buClr>
                          <a:srgbClr val="FEB80A"/>
                        </a:buClr>
                        <a:buFont typeface="Wingdings 3" panose="05040102010807070707" pitchFamily="18" charset="2"/>
                        <a:defRPr kumimoji="0" sz="20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4pPr>
                      <a:lvl5pPr marL="2057400" indent="-228600" algn="l" rtl="0" eaLnBrk="1" latinLnBrk="0" hangingPunct="1">
                        <a:spcBef>
                          <a:spcPct val="20000"/>
                        </a:spcBef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5pPr>
                      <a:lvl6pPr marL="25146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6pPr>
                      <a:lvl7pPr marL="29718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7pPr>
                      <a:lvl8pPr marL="34290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8pPr>
                      <a:lvl9pPr marL="38862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th-TH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68585" marR="68585" marT="34297" marB="34297" horzOverflow="overflow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F7E8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spcBef>
                          <a:spcPts val="700"/>
                        </a:spcBef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 kumimoji="0" sz="26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1pPr>
                      <a:lvl2pPr marL="742950" indent="-285750" algn="l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kumimoji="0" sz="22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2pPr>
                      <a:lvl3pPr marL="1143000" indent="-228600" algn="l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kumimoji="0" sz="20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3pPr>
                      <a:lvl4pPr marL="1600200" indent="-228600" algn="l" rtl="0" eaLnBrk="1" latinLnBrk="0" hangingPunct="1">
                        <a:spcBef>
                          <a:spcPct val="20000"/>
                        </a:spcBef>
                        <a:buClr>
                          <a:srgbClr val="FEB80A"/>
                        </a:buClr>
                        <a:buFont typeface="Wingdings 3" panose="05040102010807070707" pitchFamily="18" charset="2"/>
                        <a:defRPr kumimoji="0" sz="20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4pPr>
                      <a:lvl5pPr marL="2057400" indent="-228600" algn="l" rtl="0" eaLnBrk="1" latinLnBrk="0" hangingPunct="1">
                        <a:spcBef>
                          <a:spcPct val="20000"/>
                        </a:spcBef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5pPr>
                      <a:lvl6pPr marL="25146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6pPr>
                      <a:lvl7pPr marL="29718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7pPr>
                      <a:lvl8pPr marL="34290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8pPr>
                      <a:lvl9pPr marL="38862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th-TH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68585" marR="68585" marT="34297" marB="34297" horzOverflow="overflow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F7E8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spcBef>
                          <a:spcPts val="700"/>
                        </a:spcBef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 kumimoji="0" sz="26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1pPr>
                      <a:lvl2pPr marL="742950" indent="-285750" algn="l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kumimoji="0" sz="22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2pPr>
                      <a:lvl3pPr marL="1143000" indent="-228600" algn="l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kumimoji="0" sz="20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3pPr>
                      <a:lvl4pPr marL="1600200" indent="-228600" algn="l" rtl="0" eaLnBrk="1" latinLnBrk="0" hangingPunct="1">
                        <a:spcBef>
                          <a:spcPct val="20000"/>
                        </a:spcBef>
                        <a:buClr>
                          <a:srgbClr val="FEB80A"/>
                        </a:buClr>
                        <a:buFont typeface="Wingdings 3" panose="05040102010807070707" pitchFamily="18" charset="2"/>
                        <a:defRPr kumimoji="0" sz="20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4pPr>
                      <a:lvl5pPr marL="2057400" indent="-228600" algn="l" rtl="0" eaLnBrk="1" latinLnBrk="0" hangingPunct="1">
                        <a:spcBef>
                          <a:spcPct val="20000"/>
                        </a:spcBef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5pPr>
                      <a:lvl6pPr marL="25146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6pPr>
                      <a:lvl7pPr marL="29718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7pPr>
                      <a:lvl8pPr marL="34290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8pPr>
                      <a:lvl9pPr marL="38862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h-TH" altLang="th-TH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68585" marR="68585" marT="34297" marB="34297" horzOverflow="overflow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F7E8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spcBef>
                          <a:spcPts val="700"/>
                        </a:spcBef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 kumimoji="0" sz="26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1pPr>
                      <a:lvl2pPr marL="742950" indent="-285750" algn="l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kumimoji="0" sz="22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2pPr>
                      <a:lvl3pPr marL="1143000" indent="-228600" algn="l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kumimoji="0" sz="20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3pPr>
                      <a:lvl4pPr marL="1600200" indent="-228600" algn="l" rtl="0" eaLnBrk="1" latinLnBrk="0" hangingPunct="1">
                        <a:spcBef>
                          <a:spcPct val="20000"/>
                        </a:spcBef>
                        <a:buClr>
                          <a:srgbClr val="FEB80A"/>
                        </a:buClr>
                        <a:buFont typeface="Wingdings 3" panose="05040102010807070707" pitchFamily="18" charset="2"/>
                        <a:defRPr kumimoji="0" sz="20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4pPr>
                      <a:lvl5pPr marL="2057400" indent="-228600" algn="l" rtl="0" eaLnBrk="1" latinLnBrk="0" hangingPunct="1">
                        <a:spcBef>
                          <a:spcPct val="20000"/>
                        </a:spcBef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5pPr>
                      <a:lvl6pPr marL="25146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6pPr>
                      <a:lvl7pPr marL="29718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7pPr>
                      <a:lvl8pPr marL="34290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8pPr>
                      <a:lvl9pPr marL="38862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h-TH" altLang="th-TH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68585" marR="68585" marT="34297" marB="34297" horzOverflow="overflow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F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8642369"/>
                  </a:ext>
                </a:extLst>
              </a:tr>
              <a:tr h="520700">
                <a:tc>
                  <a:txBody>
                    <a:bodyPr/>
                    <a:lstStyle>
                      <a:lvl1pPr marL="0" algn="l" rtl="0" eaLnBrk="1" latinLnBrk="0" hangingPunct="1">
                        <a:spcBef>
                          <a:spcPts val="700"/>
                        </a:spcBef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 kumimoji="0" sz="26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1pPr>
                      <a:lvl2pPr marL="742950" indent="-285750" algn="l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kumimoji="0" sz="22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2pPr>
                      <a:lvl3pPr marL="1143000" indent="-228600" algn="l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kumimoji="0" sz="20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3pPr>
                      <a:lvl4pPr marL="1600200" indent="-228600" algn="l" rtl="0" eaLnBrk="1" latinLnBrk="0" hangingPunct="1">
                        <a:spcBef>
                          <a:spcPct val="20000"/>
                        </a:spcBef>
                        <a:buClr>
                          <a:srgbClr val="FEB80A"/>
                        </a:buClr>
                        <a:buFont typeface="Wingdings 3" panose="05040102010807070707" pitchFamily="18" charset="2"/>
                        <a:defRPr kumimoji="0" sz="20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4pPr>
                      <a:lvl5pPr marL="2057400" indent="-228600" algn="l" rtl="0" eaLnBrk="1" latinLnBrk="0" hangingPunct="1">
                        <a:spcBef>
                          <a:spcPct val="20000"/>
                        </a:spcBef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5pPr>
                      <a:lvl6pPr marL="25146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6pPr>
                      <a:lvl7pPr marL="29718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7pPr>
                      <a:lvl8pPr marL="34290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8pPr>
                      <a:lvl9pPr marL="38862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th-TH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68585" marR="68585" marT="34305" marB="34305" horzOverflow="overflow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CE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spcBef>
                          <a:spcPts val="700"/>
                        </a:spcBef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 kumimoji="0" sz="26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1pPr>
                      <a:lvl2pPr marL="742950" indent="-285750" algn="l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kumimoji="0" sz="22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2pPr>
                      <a:lvl3pPr marL="1143000" indent="-228600" algn="l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kumimoji="0" sz="20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3pPr>
                      <a:lvl4pPr marL="1600200" indent="-228600" algn="l" rtl="0" eaLnBrk="1" latinLnBrk="0" hangingPunct="1">
                        <a:spcBef>
                          <a:spcPct val="20000"/>
                        </a:spcBef>
                        <a:buClr>
                          <a:srgbClr val="FEB80A"/>
                        </a:buClr>
                        <a:buFont typeface="Wingdings 3" panose="05040102010807070707" pitchFamily="18" charset="2"/>
                        <a:defRPr kumimoji="0" sz="20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4pPr>
                      <a:lvl5pPr marL="2057400" indent="-228600" algn="l" rtl="0" eaLnBrk="1" latinLnBrk="0" hangingPunct="1">
                        <a:spcBef>
                          <a:spcPct val="20000"/>
                        </a:spcBef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5pPr>
                      <a:lvl6pPr marL="25146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6pPr>
                      <a:lvl7pPr marL="29718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7pPr>
                      <a:lvl8pPr marL="34290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8pPr>
                      <a:lvl9pPr marL="38862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h-TH" altLang="th-TH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68585" marR="68585" marT="34305" marB="34305" horzOverflow="overflow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CE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spcBef>
                          <a:spcPts val="700"/>
                        </a:spcBef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 kumimoji="0" sz="26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1pPr>
                      <a:lvl2pPr marL="742950" indent="-285750" algn="l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kumimoji="0" sz="22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2pPr>
                      <a:lvl3pPr marL="1143000" indent="-228600" algn="l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kumimoji="0" sz="20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3pPr>
                      <a:lvl4pPr marL="1600200" indent="-228600" algn="l" rtl="0" eaLnBrk="1" latinLnBrk="0" hangingPunct="1">
                        <a:spcBef>
                          <a:spcPct val="20000"/>
                        </a:spcBef>
                        <a:buClr>
                          <a:srgbClr val="FEB80A"/>
                        </a:buClr>
                        <a:buFont typeface="Wingdings 3" panose="05040102010807070707" pitchFamily="18" charset="2"/>
                        <a:defRPr kumimoji="0" sz="20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4pPr>
                      <a:lvl5pPr marL="2057400" indent="-228600" algn="l" rtl="0" eaLnBrk="1" latinLnBrk="0" hangingPunct="1">
                        <a:spcBef>
                          <a:spcPct val="20000"/>
                        </a:spcBef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5pPr>
                      <a:lvl6pPr marL="25146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6pPr>
                      <a:lvl7pPr marL="29718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7pPr>
                      <a:lvl8pPr marL="34290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8pPr>
                      <a:lvl9pPr marL="38862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th-TH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68585" marR="68585" marT="34297" marB="34297" horzOverflow="overflow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CE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spcBef>
                          <a:spcPts val="700"/>
                        </a:spcBef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 kumimoji="0" sz="26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1pPr>
                      <a:lvl2pPr marL="742950" indent="-285750" algn="l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kumimoji="0" sz="22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2pPr>
                      <a:lvl3pPr marL="1143000" indent="-228600" algn="l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kumimoji="0" sz="20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3pPr>
                      <a:lvl4pPr marL="1600200" indent="-228600" algn="l" rtl="0" eaLnBrk="1" latinLnBrk="0" hangingPunct="1">
                        <a:spcBef>
                          <a:spcPct val="20000"/>
                        </a:spcBef>
                        <a:buClr>
                          <a:srgbClr val="FEB80A"/>
                        </a:buClr>
                        <a:buFont typeface="Wingdings 3" panose="05040102010807070707" pitchFamily="18" charset="2"/>
                        <a:defRPr kumimoji="0" sz="20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4pPr>
                      <a:lvl5pPr marL="2057400" indent="-228600" algn="l" rtl="0" eaLnBrk="1" latinLnBrk="0" hangingPunct="1">
                        <a:spcBef>
                          <a:spcPct val="20000"/>
                        </a:spcBef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5pPr>
                      <a:lvl6pPr marL="25146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6pPr>
                      <a:lvl7pPr marL="29718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7pPr>
                      <a:lvl8pPr marL="34290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8pPr>
                      <a:lvl9pPr marL="38862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th-TH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68585" marR="68585" marT="34297" marB="34297" horzOverflow="overflow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CE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spcBef>
                          <a:spcPts val="700"/>
                        </a:spcBef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 kumimoji="0" sz="26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1pPr>
                      <a:lvl2pPr marL="742950" indent="-285750" algn="l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kumimoji="0" sz="22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2pPr>
                      <a:lvl3pPr marL="1143000" indent="-228600" algn="l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kumimoji="0" sz="20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3pPr>
                      <a:lvl4pPr marL="1600200" indent="-228600" algn="l" rtl="0" eaLnBrk="1" latinLnBrk="0" hangingPunct="1">
                        <a:spcBef>
                          <a:spcPct val="20000"/>
                        </a:spcBef>
                        <a:buClr>
                          <a:srgbClr val="FEB80A"/>
                        </a:buClr>
                        <a:buFont typeface="Wingdings 3" panose="05040102010807070707" pitchFamily="18" charset="2"/>
                        <a:defRPr kumimoji="0" sz="20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4pPr>
                      <a:lvl5pPr marL="2057400" indent="-228600" algn="l" rtl="0" eaLnBrk="1" latinLnBrk="0" hangingPunct="1">
                        <a:spcBef>
                          <a:spcPct val="20000"/>
                        </a:spcBef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5pPr>
                      <a:lvl6pPr marL="25146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6pPr>
                      <a:lvl7pPr marL="29718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7pPr>
                      <a:lvl8pPr marL="34290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8pPr>
                      <a:lvl9pPr marL="38862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h-TH" altLang="th-TH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68585" marR="68585" marT="34297" marB="34297" horzOverflow="overflow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CE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spcBef>
                          <a:spcPts val="700"/>
                        </a:spcBef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 kumimoji="0" sz="26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1pPr>
                      <a:lvl2pPr marL="742950" indent="-285750" algn="l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kumimoji="0" sz="22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2pPr>
                      <a:lvl3pPr marL="1143000" indent="-228600" algn="l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kumimoji="0" sz="20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3pPr>
                      <a:lvl4pPr marL="1600200" indent="-228600" algn="l" rtl="0" eaLnBrk="1" latinLnBrk="0" hangingPunct="1">
                        <a:spcBef>
                          <a:spcPct val="20000"/>
                        </a:spcBef>
                        <a:buClr>
                          <a:srgbClr val="FEB80A"/>
                        </a:buClr>
                        <a:buFont typeface="Wingdings 3" panose="05040102010807070707" pitchFamily="18" charset="2"/>
                        <a:defRPr kumimoji="0" sz="20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4pPr>
                      <a:lvl5pPr marL="2057400" indent="-228600" algn="l" rtl="0" eaLnBrk="1" latinLnBrk="0" hangingPunct="1">
                        <a:spcBef>
                          <a:spcPct val="20000"/>
                        </a:spcBef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5pPr>
                      <a:lvl6pPr marL="25146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6pPr>
                      <a:lvl7pPr marL="29718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7pPr>
                      <a:lvl8pPr marL="34290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8pPr>
                      <a:lvl9pPr marL="38862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h-TH" altLang="th-TH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68585" marR="68585" marT="34297" marB="34297" horzOverflow="overflow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2873443"/>
                  </a:ext>
                </a:extLst>
              </a:tr>
              <a:tr h="463811">
                <a:tc>
                  <a:txBody>
                    <a:bodyPr/>
                    <a:lstStyle>
                      <a:lvl1pPr marL="0" algn="l" rtl="0" eaLnBrk="1" latinLnBrk="0" hangingPunct="1">
                        <a:spcBef>
                          <a:spcPts val="700"/>
                        </a:spcBef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 kumimoji="0" sz="26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1pPr>
                      <a:lvl2pPr marL="742950" indent="-285750" algn="l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kumimoji="0" sz="22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2pPr>
                      <a:lvl3pPr marL="1143000" indent="-228600" algn="l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kumimoji="0" sz="20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3pPr>
                      <a:lvl4pPr marL="1600200" indent="-228600" algn="l" rtl="0" eaLnBrk="1" latinLnBrk="0" hangingPunct="1">
                        <a:spcBef>
                          <a:spcPct val="20000"/>
                        </a:spcBef>
                        <a:buClr>
                          <a:srgbClr val="FEB80A"/>
                        </a:buClr>
                        <a:buFont typeface="Wingdings 3" panose="05040102010807070707" pitchFamily="18" charset="2"/>
                        <a:defRPr kumimoji="0" sz="20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4pPr>
                      <a:lvl5pPr marL="2057400" indent="-228600" algn="l" rtl="0" eaLnBrk="1" latinLnBrk="0" hangingPunct="1">
                        <a:spcBef>
                          <a:spcPct val="20000"/>
                        </a:spcBef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5pPr>
                      <a:lvl6pPr marL="25146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6pPr>
                      <a:lvl7pPr marL="29718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7pPr>
                      <a:lvl8pPr marL="34290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8pPr>
                      <a:lvl9pPr marL="38862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th-TH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68585" marR="68585" marT="34305" marB="34305" horzOverflow="overflow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F7E8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spcBef>
                          <a:spcPts val="700"/>
                        </a:spcBef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 kumimoji="0" sz="26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1pPr>
                      <a:lvl2pPr marL="742950" indent="-285750" algn="l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kumimoji="0" sz="22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2pPr>
                      <a:lvl3pPr marL="1143000" indent="-228600" algn="l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kumimoji="0" sz="20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3pPr>
                      <a:lvl4pPr marL="1600200" indent="-228600" algn="l" rtl="0" eaLnBrk="1" latinLnBrk="0" hangingPunct="1">
                        <a:spcBef>
                          <a:spcPct val="20000"/>
                        </a:spcBef>
                        <a:buClr>
                          <a:srgbClr val="FEB80A"/>
                        </a:buClr>
                        <a:buFont typeface="Wingdings 3" panose="05040102010807070707" pitchFamily="18" charset="2"/>
                        <a:defRPr kumimoji="0" sz="20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4pPr>
                      <a:lvl5pPr marL="2057400" indent="-228600" algn="l" rtl="0" eaLnBrk="1" latinLnBrk="0" hangingPunct="1">
                        <a:spcBef>
                          <a:spcPct val="20000"/>
                        </a:spcBef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5pPr>
                      <a:lvl6pPr marL="25146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6pPr>
                      <a:lvl7pPr marL="29718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7pPr>
                      <a:lvl8pPr marL="34290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8pPr>
                      <a:lvl9pPr marL="38862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th-TH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68585" marR="68585" marT="34305" marB="34305" horzOverflow="overflow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F7E8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spcBef>
                          <a:spcPts val="700"/>
                        </a:spcBef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 kumimoji="0" sz="26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1pPr>
                      <a:lvl2pPr marL="742950" indent="-285750" algn="l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kumimoji="0" sz="22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2pPr>
                      <a:lvl3pPr marL="1143000" indent="-228600" algn="l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kumimoji="0" sz="20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3pPr>
                      <a:lvl4pPr marL="1600200" indent="-228600" algn="l" rtl="0" eaLnBrk="1" latinLnBrk="0" hangingPunct="1">
                        <a:spcBef>
                          <a:spcPct val="20000"/>
                        </a:spcBef>
                        <a:buClr>
                          <a:srgbClr val="FEB80A"/>
                        </a:buClr>
                        <a:buFont typeface="Wingdings 3" panose="05040102010807070707" pitchFamily="18" charset="2"/>
                        <a:defRPr kumimoji="0" sz="20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4pPr>
                      <a:lvl5pPr marL="2057400" indent="-228600" algn="l" rtl="0" eaLnBrk="1" latinLnBrk="0" hangingPunct="1">
                        <a:spcBef>
                          <a:spcPct val="20000"/>
                        </a:spcBef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5pPr>
                      <a:lvl6pPr marL="25146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6pPr>
                      <a:lvl7pPr marL="29718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7pPr>
                      <a:lvl8pPr marL="34290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8pPr>
                      <a:lvl9pPr marL="38862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th-TH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68585" marR="68585" marT="34297" marB="34297" horzOverflow="overflow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F7E8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spcBef>
                          <a:spcPts val="700"/>
                        </a:spcBef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 kumimoji="0" sz="26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1pPr>
                      <a:lvl2pPr marL="742950" indent="-285750" algn="l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kumimoji="0" sz="22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2pPr>
                      <a:lvl3pPr marL="1143000" indent="-228600" algn="l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kumimoji="0" sz="20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3pPr>
                      <a:lvl4pPr marL="1600200" indent="-228600" algn="l" rtl="0" eaLnBrk="1" latinLnBrk="0" hangingPunct="1">
                        <a:spcBef>
                          <a:spcPct val="20000"/>
                        </a:spcBef>
                        <a:buClr>
                          <a:srgbClr val="FEB80A"/>
                        </a:buClr>
                        <a:buFont typeface="Wingdings 3" panose="05040102010807070707" pitchFamily="18" charset="2"/>
                        <a:defRPr kumimoji="0" sz="20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4pPr>
                      <a:lvl5pPr marL="2057400" indent="-228600" algn="l" rtl="0" eaLnBrk="1" latinLnBrk="0" hangingPunct="1">
                        <a:spcBef>
                          <a:spcPct val="20000"/>
                        </a:spcBef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5pPr>
                      <a:lvl6pPr marL="25146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6pPr>
                      <a:lvl7pPr marL="29718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7pPr>
                      <a:lvl8pPr marL="34290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8pPr>
                      <a:lvl9pPr marL="38862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th-TH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68585" marR="68585" marT="34297" marB="34297" horzOverflow="overflow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F7E8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spcBef>
                          <a:spcPts val="700"/>
                        </a:spcBef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 kumimoji="0" sz="26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1pPr>
                      <a:lvl2pPr marL="742950" indent="-285750" algn="l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kumimoji="0" sz="22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2pPr>
                      <a:lvl3pPr marL="1143000" indent="-228600" algn="l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kumimoji="0" sz="20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3pPr>
                      <a:lvl4pPr marL="1600200" indent="-228600" algn="l" rtl="0" eaLnBrk="1" latinLnBrk="0" hangingPunct="1">
                        <a:spcBef>
                          <a:spcPct val="20000"/>
                        </a:spcBef>
                        <a:buClr>
                          <a:srgbClr val="FEB80A"/>
                        </a:buClr>
                        <a:buFont typeface="Wingdings 3" panose="05040102010807070707" pitchFamily="18" charset="2"/>
                        <a:defRPr kumimoji="0" sz="20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4pPr>
                      <a:lvl5pPr marL="2057400" indent="-228600" algn="l" rtl="0" eaLnBrk="1" latinLnBrk="0" hangingPunct="1">
                        <a:spcBef>
                          <a:spcPct val="20000"/>
                        </a:spcBef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5pPr>
                      <a:lvl6pPr marL="25146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6pPr>
                      <a:lvl7pPr marL="29718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7pPr>
                      <a:lvl8pPr marL="34290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8pPr>
                      <a:lvl9pPr marL="38862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h-TH" altLang="th-TH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68585" marR="68585" marT="34297" marB="34297" horzOverflow="overflow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F7E8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spcBef>
                          <a:spcPts val="700"/>
                        </a:spcBef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 kumimoji="0" sz="26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1pPr>
                      <a:lvl2pPr marL="742950" indent="-285750" algn="l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kumimoji="0" sz="22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2pPr>
                      <a:lvl3pPr marL="1143000" indent="-228600" algn="l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kumimoji="0" sz="20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3pPr>
                      <a:lvl4pPr marL="1600200" indent="-228600" algn="l" rtl="0" eaLnBrk="1" latinLnBrk="0" hangingPunct="1">
                        <a:spcBef>
                          <a:spcPct val="20000"/>
                        </a:spcBef>
                        <a:buClr>
                          <a:srgbClr val="FEB80A"/>
                        </a:buClr>
                        <a:buFont typeface="Wingdings 3" panose="05040102010807070707" pitchFamily="18" charset="2"/>
                        <a:defRPr kumimoji="0" sz="20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4pPr>
                      <a:lvl5pPr marL="2057400" indent="-228600" algn="l" rtl="0" eaLnBrk="1" latinLnBrk="0" hangingPunct="1">
                        <a:spcBef>
                          <a:spcPct val="20000"/>
                        </a:spcBef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5pPr>
                      <a:lvl6pPr marL="25146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6pPr>
                      <a:lvl7pPr marL="29718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7pPr>
                      <a:lvl8pPr marL="34290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8pPr>
                      <a:lvl9pPr marL="38862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h-TH" altLang="th-TH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68585" marR="68585" marT="34297" marB="34297" horzOverflow="overflow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F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4855540"/>
                  </a:ext>
                </a:extLst>
              </a:tr>
              <a:tr h="463811">
                <a:tc>
                  <a:txBody>
                    <a:bodyPr/>
                    <a:lstStyle>
                      <a:lvl1pPr marL="0" algn="l" rtl="0" eaLnBrk="1" latinLnBrk="0" hangingPunct="1">
                        <a:spcBef>
                          <a:spcPts val="700"/>
                        </a:spcBef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 kumimoji="0" sz="26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1pPr>
                      <a:lvl2pPr marL="742950" indent="-285750" algn="l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kumimoji="0" sz="22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2pPr>
                      <a:lvl3pPr marL="1143000" indent="-228600" algn="l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kumimoji="0" sz="20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3pPr>
                      <a:lvl4pPr marL="1600200" indent="-228600" algn="l" rtl="0" eaLnBrk="1" latinLnBrk="0" hangingPunct="1">
                        <a:spcBef>
                          <a:spcPct val="20000"/>
                        </a:spcBef>
                        <a:buClr>
                          <a:srgbClr val="FEB80A"/>
                        </a:buClr>
                        <a:buFont typeface="Wingdings 3" panose="05040102010807070707" pitchFamily="18" charset="2"/>
                        <a:defRPr kumimoji="0" sz="20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4pPr>
                      <a:lvl5pPr marL="2057400" indent="-228600" algn="l" rtl="0" eaLnBrk="1" latinLnBrk="0" hangingPunct="1">
                        <a:spcBef>
                          <a:spcPct val="20000"/>
                        </a:spcBef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5pPr>
                      <a:lvl6pPr marL="25146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6pPr>
                      <a:lvl7pPr marL="29718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7pPr>
                      <a:lvl8pPr marL="34290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8pPr>
                      <a:lvl9pPr marL="38862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th-TH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68585" marR="68585" marT="34305" marB="34305" horzOverflow="overflow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CE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spcBef>
                          <a:spcPts val="700"/>
                        </a:spcBef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 kumimoji="0" sz="26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1pPr>
                      <a:lvl2pPr marL="742950" indent="-285750" algn="l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kumimoji="0" sz="22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2pPr>
                      <a:lvl3pPr marL="1143000" indent="-228600" algn="l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kumimoji="0" sz="20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3pPr>
                      <a:lvl4pPr marL="1600200" indent="-228600" algn="l" rtl="0" eaLnBrk="1" latinLnBrk="0" hangingPunct="1">
                        <a:spcBef>
                          <a:spcPct val="20000"/>
                        </a:spcBef>
                        <a:buClr>
                          <a:srgbClr val="FEB80A"/>
                        </a:buClr>
                        <a:buFont typeface="Wingdings 3" panose="05040102010807070707" pitchFamily="18" charset="2"/>
                        <a:defRPr kumimoji="0" sz="20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4pPr>
                      <a:lvl5pPr marL="2057400" indent="-228600" algn="l" rtl="0" eaLnBrk="1" latinLnBrk="0" hangingPunct="1">
                        <a:spcBef>
                          <a:spcPct val="20000"/>
                        </a:spcBef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5pPr>
                      <a:lvl6pPr marL="25146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6pPr>
                      <a:lvl7pPr marL="29718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7pPr>
                      <a:lvl8pPr marL="34290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8pPr>
                      <a:lvl9pPr marL="38862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th-TH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68585" marR="68585" marT="34305" marB="34305" horzOverflow="overflow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CE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spcBef>
                          <a:spcPts val="700"/>
                        </a:spcBef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 kumimoji="0" sz="26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1pPr>
                      <a:lvl2pPr marL="742950" indent="-285750" algn="l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kumimoji="0" sz="22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2pPr>
                      <a:lvl3pPr marL="1143000" indent="-228600" algn="l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kumimoji="0" sz="20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3pPr>
                      <a:lvl4pPr marL="1600200" indent="-228600" algn="l" rtl="0" eaLnBrk="1" latinLnBrk="0" hangingPunct="1">
                        <a:spcBef>
                          <a:spcPct val="20000"/>
                        </a:spcBef>
                        <a:buClr>
                          <a:srgbClr val="FEB80A"/>
                        </a:buClr>
                        <a:buFont typeface="Wingdings 3" panose="05040102010807070707" pitchFamily="18" charset="2"/>
                        <a:defRPr kumimoji="0" sz="20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4pPr>
                      <a:lvl5pPr marL="2057400" indent="-228600" algn="l" rtl="0" eaLnBrk="1" latinLnBrk="0" hangingPunct="1">
                        <a:spcBef>
                          <a:spcPct val="20000"/>
                        </a:spcBef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5pPr>
                      <a:lvl6pPr marL="25146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6pPr>
                      <a:lvl7pPr marL="29718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7pPr>
                      <a:lvl8pPr marL="34290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8pPr>
                      <a:lvl9pPr marL="38862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th-TH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68585" marR="68585" marT="34297" marB="34297" horzOverflow="overflow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CE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spcBef>
                          <a:spcPts val="700"/>
                        </a:spcBef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 kumimoji="0" sz="26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1pPr>
                      <a:lvl2pPr marL="742950" indent="-285750" algn="l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kumimoji="0" sz="22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2pPr>
                      <a:lvl3pPr marL="1143000" indent="-228600" algn="l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kumimoji="0" sz="20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3pPr>
                      <a:lvl4pPr marL="1600200" indent="-228600" algn="l" rtl="0" eaLnBrk="1" latinLnBrk="0" hangingPunct="1">
                        <a:spcBef>
                          <a:spcPct val="20000"/>
                        </a:spcBef>
                        <a:buClr>
                          <a:srgbClr val="FEB80A"/>
                        </a:buClr>
                        <a:buFont typeface="Wingdings 3" panose="05040102010807070707" pitchFamily="18" charset="2"/>
                        <a:defRPr kumimoji="0" sz="20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4pPr>
                      <a:lvl5pPr marL="2057400" indent="-228600" algn="l" rtl="0" eaLnBrk="1" latinLnBrk="0" hangingPunct="1">
                        <a:spcBef>
                          <a:spcPct val="20000"/>
                        </a:spcBef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5pPr>
                      <a:lvl6pPr marL="25146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6pPr>
                      <a:lvl7pPr marL="29718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7pPr>
                      <a:lvl8pPr marL="34290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8pPr>
                      <a:lvl9pPr marL="38862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th-TH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68585" marR="68585" marT="34297" marB="34297" horzOverflow="overflow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CE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spcBef>
                          <a:spcPts val="700"/>
                        </a:spcBef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 kumimoji="0" sz="26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1pPr>
                      <a:lvl2pPr marL="742950" indent="-285750" algn="l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kumimoji="0" sz="22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2pPr>
                      <a:lvl3pPr marL="1143000" indent="-228600" algn="l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kumimoji="0" sz="20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3pPr>
                      <a:lvl4pPr marL="1600200" indent="-228600" algn="l" rtl="0" eaLnBrk="1" latinLnBrk="0" hangingPunct="1">
                        <a:spcBef>
                          <a:spcPct val="20000"/>
                        </a:spcBef>
                        <a:buClr>
                          <a:srgbClr val="FEB80A"/>
                        </a:buClr>
                        <a:buFont typeface="Wingdings 3" panose="05040102010807070707" pitchFamily="18" charset="2"/>
                        <a:defRPr kumimoji="0" sz="20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4pPr>
                      <a:lvl5pPr marL="2057400" indent="-228600" algn="l" rtl="0" eaLnBrk="1" latinLnBrk="0" hangingPunct="1">
                        <a:spcBef>
                          <a:spcPct val="20000"/>
                        </a:spcBef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5pPr>
                      <a:lvl6pPr marL="25146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6pPr>
                      <a:lvl7pPr marL="29718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7pPr>
                      <a:lvl8pPr marL="34290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8pPr>
                      <a:lvl9pPr marL="38862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h-TH" altLang="th-TH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68585" marR="68585" marT="34297" marB="34297" horzOverflow="overflow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CE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spcBef>
                          <a:spcPts val="700"/>
                        </a:spcBef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 kumimoji="0" sz="26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1pPr>
                      <a:lvl2pPr marL="742950" indent="-285750" algn="l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kumimoji="0" sz="22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2pPr>
                      <a:lvl3pPr marL="1143000" indent="-228600" algn="l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kumimoji="0" sz="20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3pPr>
                      <a:lvl4pPr marL="1600200" indent="-228600" algn="l" rtl="0" eaLnBrk="1" latinLnBrk="0" hangingPunct="1">
                        <a:spcBef>
                          <a:spcPct val="20000"/>
                        </a:spcBef>
                        <a:buClr>
                          <a:srgbClr val="FEB80A"/>
                        </a:buClr>
                        <a:buFont typeface="Wingdings 3" panose="05040102010807070707" pitchFamily="18" charset="2"/>
                        <a:defRPr kumimoji="0" sz="20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4pPr>
                      <a:lvl5pPr marL="2057400" indent="-228600" algn="l" rtl="0" eaLnBrk="1" latinLnBrk="0" hangingPunct="1">
                        <a:spcBef>
                          <a:spcPct val="20000"/>
                        </a:spcBef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5pPr>
                      <a:lvl6pPr marL="25146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6pPr>
                      <a:lvl7pPr marL="29718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7pPr>
                      <a:lvl8pPr marL="34290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8pPr>
                      <a:lvl9pPr marL="38862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h-TH" altLang="th-TH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68585" marR="68585" marT="34297" marB="34297" horzOverflow="overflow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0618273"/>
                  </a:ext>
                </a:extLst>
              </a:tr>
              <a:tr h="456678">
                <a:tc>
                  <a:txBody>
                    <a:bodyPr/>
                    <a:lstStyle>
                      <a:lvl1pPr marL="0" algn="l" rtl="0" eaLnBrk="1" latinLnBrk="0" hangingPunct="1">
                        <a:spcBef>
                          <a:spcPts val="700"/>
                        </a:spcBef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 kumimoji="0" sz="26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1pPr>
                      <a:lvl2pPr marL="742950" indent="-285750" algn="l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kumimoji="0" sz="22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2pPr>
                      <a:lvl3pPr marL="1143000" indent="-228600" algn="l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kumimoji="0" sz="20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3pPr>
                      <a:lvl4pPr marL="1600200" indent="-228600" algn="l" rtl="0" eaLnBrk="1" latinLnBrk="0" hangingPunct="1">
                        <a:spcBef>
                          <a:spcPct val="20000"/>
                        </a:spcBef>
                        <a:buClr>
                          <a:srgbClr val="FEB80A"/>
                        </a:buClr>
                        <a:buFont typeface="Wingdings 3" panose="05040102010807070707" pitchFamily="18" charset="2"/>
                        <a:defRPr kumimoji="0" sz="20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4pPr>
                      <a:lvl5pPr marL="2057400" indent="-228600" algn="l" rtl="0" eaLnBrk="1" latinLnBrk="0" hangingPunct="1">
                        <a:spcBef>
                          <a:spcPct val="20000"/>
                        </a:spcBef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5pPr>
                      <a:lvl6pPr marL="25146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6pPr>
                      <a:lvl7pPr marL="29718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7pPr>
                      <a:lvl8pPr marL="34290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8pPr>
                      <a:lvl9pPr marL="38862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th-TH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68585" marR="68585" marT="34305" marB="34305" horzOverflow="overflow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F7E8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spcBef>
                          <a:spcPts val="700"/>
                        </a:spcBef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 kumimoji="0" sz="26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1pPr>
                      <a:lvl2pPr marL="742950" indent="-285750" algn="l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kumimoji="0" sz="22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2pPr>
                      <a:lvl3pPr marL="1143000" indent="-228600" algn="l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kumimoji="0" sz="20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3pPr>
                      <a:lvl4pPr marL="1600200" indent="-228600" algn="l" rtl="0" eaLnBrk="1" latinLnBrk="0" hangingPunct="1">
                        <a:spcBef>
                          <a:spcPct val="20000"/>
                        </a:spcBef>
                        <a:buClr>
                          <a:srgbClr val="FEB80A"/>
                        </a:buClr>
                        <a:buFont typeface="Wingdings 3" panose="05040102010807070707" pitchFamily="18" charset="2"/>
                        <a:defRPr kumimoji="0" sz="20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4pPr>
                      <a:lvl5pPr marL="2057400" indent="-228600" algn="l" rtl="0" eaLnBrk="1" latinLnBrk="0" hangingPunct="1">
                        <a:spcBef>
                          <a:spcPct val="20000"/>
                        </a:spcBef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5pPr>
                      <a:lvl6pPr marL="25146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6pPr>
                      <a:lvl7pPr marL="29718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7pPr>
                      <a:lvl8pPr marL="34290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8pPr>
                      <a:lvl9pPr marL="38862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th-TH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68585" marR="68585" marT="34305" marB="34305" horzOverflow="overflow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F7E8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spcBef>
                          <a:spcPts val="700"/>
                        </a:spcBef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 kumimoji="0" sz="26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1pPr>
                      <a:lvl2pPr marL="742950" indent="-285750" algn="l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kumimoji="0" sz="22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2pPr>
                      <a:lvl3pPr marL="1143000" indent="-228600" algn="l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kumimoji="0" sz="20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3pPr>
                      <a:lvl4pPr marL="1600200" indent="-228600" algn="l" rtl="0" eaLnBrk="1" latinLnBrk="0" hangingPunct="1">
                        <a:spcBef>
                          <a:spcPct val="20000"/>
                        </a:spcBef>
                        <a:buClr>
                          <a:srgbClr val="FEB80A"/>
                        </a:buClr>
                        <a:buFont typeface="Wingdings 3" panose="05040102010807070707" pitchFamily="18" charset="2"/>
                        <a:defRPr kumimoji="0" sz="20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4pPr>
                      <a:lvl5pPr marL="2057400" indent="-228600" algn="l" rtl="0" eaLnBrk="1" latinLnBrk="0" hangingPunct="1">
                        <a:spcBef>
                          <a:spcPct val="20000"/>
                        </a:spcBef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5pPr>
                      <a:lvl6pPr marL="25146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6pPr>
                      <a:lvl7pPr marL="29718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7pPr>
                      <a:lvl8pPr marL="34290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8pPr>
                      <a:lvl9pPr marL="38862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th-TH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68585" marR="68585" marT="34297" marB="34297" horzOverflow="overflow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F7E8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spcBef>
                          <a:spcPts val="700"/>
                        </a:spcBef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 kumimoji="0" sz="26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1pPr>
                      <a:lvl2pPr marL="742950" indent="-285750" algn="l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kumimoji="0" sz="22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2pPr>
                      <a:lvl3pPr marL="1143000" indent="-228600" algn="l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kumimoji="0" sz="20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3pPr>
                      <a:lvl4pPr marL="1600200" indent="-228600" algn="l" rtl="0" eaLnBrk="1" latinLnBrk="0" hangingPunct="1">
                        <a:spcBef>
                          <a:spcPct val="20000"/>
                        </a:spcBef>
                        <a:buClr>
                          <a:srgbClr val="FEB80A"/>
                        </a:buClr>
                        <a:buFont typeface="Wingdings 3" panose="05040102010807070707" pitchFamily="18" charset="2"/>
                        <a:defRPr kumimoji="0" sz="20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4pPr>
                      <a:lvl5pPr marL="2057400" indent="-228600" algn="l" rtl="0" eaLnBrk="1" latinLnBrk="0" hangingPunct="1">
                        <a:spcBef>
                          <a:spcPct val="20000"/>
                        </a:spcBef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5pPr>
                      <a:lvl6pPr marL="25146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6pPr>
                      <a:lvl7pPr marL="29718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7pPr>
                      <a:lvl8pPr marL="34290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8pPr>
                      <a:lvl9pPr marL="38862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th-TH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68585" marR="68585" marT="34297" marB="34297" horzOverflow="overflow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F7E8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spcBef>
                          <a:spcPts val="700"/>
                        </a:spcBef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 kumimoji="0" sz="26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1pPr>
                      <a:lvl2pPr marL="742950" indent="-285750" algn="l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kumimoji="0" sz="22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2pPr>
                      <a:lvl3pPr marL="1143000" indent="-228600" algn="l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kumimoji="0" sz="20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3pPr>
                      <a:lvl4pPr marL="1600200" indent="-228600" algn="l" rtl="0" eaLnBrk="1" latinLnBrk="0" hangingPunct="1">
                        <a:spcBef>
                          <a:spcPct val="20000"/>
                        </a:spcBef>
                        <a:buClr>
                          <a:srgbClr val="FEB80A"/>
                        </a:buClr>
                        <a:buFont typeface="Wingdings 3" panose="05040102010807070707" pitchFamily="18" charset="2"/>
                        <a:defRPr kumimoji="0" sz="20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4pPr>
                      <a:lvl5pPr marL="2057400" indent="-228600" algn="l" rtl="0" eaLnBrk="1" latinLnBrk="0" hangingPunct="1">
                        <a:spcBef>
                          <a:spcPct val="20000"/>
                        </a:spcBef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5pPr>
                      <a:lvl6pPr marL="25146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6pPr>
                      <a:lvl7pPr marL="29718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7pPr>
                      <a:lvl8pPr marL="34290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8pPr>
                      <a:lvl9pPr marL="38862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h-TH" altLang="th-TH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68585" marR="68585" marT="34297" marB="34297" horzOverflow="overflow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F7E8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spcBef>
                          <a:spcPts val="700"/>
                        </a:spcBef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 kumimoji="0" sz="26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1pPr>
                      <a:lvl2pPr marL="742950" indent="-285750" algn="l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kumimoji="0" sz="22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2pPr>
                      <a:lvl3pPr marL="1143000" indent="-228600" algn="l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kumimoji="0" sz="20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3pPr>
                      <a:lvl4pPr marL="1600200" indent="-228600" algn="l" rtl="0" eaLnBrk="1" latinLnBrk="0" hangingPunct="1">
                        <a:spcBef>
                          <a:spcPct val="20000"/>
                        </a:spcBef>
                        <a:buClr>
                          <a:srgbClr val="FEB80A"/>
                        </a:buClr>
                        <a:buFont typeface="Wingdings 3" panose="05040102010807070707" pitchFamily="18" charset="2"/>
                        <a:defRPr kumimoji="0" sz="200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4pPr>
                      <a:lvl5pPr marL="2057400" indent="-228600" algn="l" rtl="0" eaLnBrk="1" latinLnBrk="0" hangingPunct="1">
                        <a:spcBef>
                          <a:spcPct val="20000"/>
                        </a:spcBef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5pPr>
                      <a:lvl6pPr marL="25146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6pPr>
                      <a:lvl7pPr marL="29718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7pPr>
                      <a:lvl8pPr marL="34290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8pPr>
                      <a:lvl9pPr marL="3886200" indent="-228600" algn="l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EB80A"/>
                        </a:buClr>
                        <a:buFont typeface="Wingdings 2" panose="05020102010507070707" pitchFamily="18" charset="2"/>
                        <a:defRPr kumimoji="0" kern="120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h-TH" altLang="th-TH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68585" marR="68585" marT="34297" marB="34297" horzOverflow="overflow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F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01231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361000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oundry">
  <a:themeElements>
    <a:clrScheme name="Executive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Foundry">
      <a:majorFont>
        <a:latin typeface="Rockwell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Rockwell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Foundry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80000"/>
              </a:schemeClr>
            </a:gs>
            <a:gs pos="62000">
              <a:schemeClr val="phClr">
                <a:tint val="30000"/>
                <a:satMod val="180000"/>
              </a:schemeClr>
            </a:gs>
            <a:gs pos="100000">
              <a:schemeClr val="phClr">
                <a:tint val="22000"/>
                <a:satMod val="18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58000"/>
                <a:satMod val="150000"/>
              </a:schemeClr>
            </a:gs>
            <a:gs pos="72000">
              <a:schemeClr val="phClr">
                <a:tint val="90000"/>
                <a:satMod val="135000"/>
              </a:schemeClr>
            </a:gs>
            <a:gs pos="100000">
              <a:schemeClr val="phClr">
                <a:tint val="8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80000"/>
            </a:schemeClr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000000"/>
            </a:lightRig>
          </a:scene3d>
          <a:sp3d prstMaterial="matte">
            <a:bevelT w="63500" h="635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5000"/>
                <a:satMod val="400000"/>
              </a:schemeClr>
            </a:gs>
            <a:gs pos="20000">
              <a:schemeClr val="phClr">
                <a:tint val="80000"/>
                <a:satMod val="355000"/>
              </a:schemeClr>
            </a:gs>
            <a:gs pos="100000">
              <a:schemeClr val="phClr">
                <a:tint val="95000"/>
                <a:shade val="55000"/>
                <a:satMod val="355000"/>
              </a:schemeClr>
            </a:gs>
          </a:gsLst>
          <a:path path="circle">
            <a:fillToRect l="67500" t="35000" r="32500" b="65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0"/>
                <a:satMod val="120000"/>
              </a:schemeClr>
              <a:schemeClr val="phClr">
                <a:tint val="70000"/>
                <a:satMod val="250000"/>
              </a:schemeClr>
            </a:duotone>
          </a:blip>
          <a:tile tx="0" ty="0" sx="50000" sy="50000" flip="none" algn="t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2192</TotalTime>
  <Words>13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Calibri</vt:lpstr>
      <vt:lpstr>Rockwell</vt:lpstr>
      <vt:lpstr>TH SarabunPSK</vt:lpstr>
      <vt:lpstr>Wingdings 2</vt:lpstr>
      <vt:lpstr>Foundry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กีรติ จีระมะกร</dc:creator>
  <cp:lastModifiedBy>Kittipon Klumame</cp:lastModifiedBy>
  <cp:revision>429</cp:revision>
  <dcterms:created xsi:type="dcterms:W3CDTF">2025-04-03T04:11:04Z</dcterms:created>
  <dcterms:modified xsi:type="dcterms:W3CDTF">2026-10-02T09:48:14Z</dcterms:modified>
</cp:coreProperties>
</file>